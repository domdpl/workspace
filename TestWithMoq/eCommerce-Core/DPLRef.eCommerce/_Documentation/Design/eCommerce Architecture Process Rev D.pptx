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customXml/itemProps6.xml" ContentType="application/vnd.openxmlformats-officedocument.customXmlProperties+xml"/>
  <Override PartName="/customXml/itemProps7.xml" ContentType="application/vnd.openxmlformats-officedocument.customXmlProperties+xml"/>
  <Override PartName="/customXml/itemProps8.xml" ContentType="application/vnd.openxmlformats-officedocument.customXmlProperties+xml"/>
  <Override PartName="/customXml/itemProps9.xml" ContentType="application/vnd.openxmlformats-officedocument.customXmlProperties+xml"/>
  <Override PartName="/customXml/itemProps10.xml" ContentType="application/vnd.openxmlformats-officedocument.customXmlProperties+xml"/>
  <Override PartName="/customXml/itemProps11.xml" ContentType="application/vnd.openxmlformats-officedocument.customXmlProperties+xml"/>
  <Override PartName="/customXml/itemProps12.xml" ContentType="application/vnd.openxmlformats-officedocument.customXmlProperties+xml"/>
  <Override PartName="/customXml/itemProps13.xml" ContentType="application/vnd.openxmlformats-officedocument.customXmlProperties+xml"/>
  <Override PartName="/customXml/itemProps14.xml" ContentType="application/vnd.openxmlformats-officedocument.customXmlProperties+xml"/>
  <Override PartName="/customXml/itemProps15.xml" ContentType="application/vnd.openxmlformats-officedocument.customXmlProperties+xml"/>
  <Override PartName="/customXml/itemProps16.xml" ContentType="application/vnd.openxmlformats-officedocument.customXmlProperties+xml"/>
  <Override PartName="/customXml/itemProps17.xml" ContentType="application/vnd.openxmlformats-officedocument.customXmlProperties+xml"/>
  <Override PartName="/customXml/itemProps18.xml" ContentType="application/vnd.openxmlformats-officedocument.customXmlProperties+xml"/>
  <Override PartName="/customXml/itemProps19.xml" ContentType="application/vnd.openxmlformats-officedocument.customXmlProperties+xml"/>
  <Override PartName="/customXml/itemProps20.xml" ContentType="application/vnd.openxmlformats-officedocument.customXmlProperties+xml"/>
  <Override PartName="/customXml/itemProps21.xml" ContentType="application/vnd.openxmlformats-officedocument.customXmlProperties+xml"/>
  <Override PartName="/customXml/itemProps22.xml" ContentType="application/vnd.openxmlformats-officedocument.customXmlProperties+xml"/>
  <Override PartName="/customXml/itemProps23.xml" ContentType="application/vnd.openxmlformats-officedocument.customXmlProperties+xml"/>
  <Override PartName="/customXml/itemProps24.xml" ContentType="application/vnd.openxmlformats-officedocument.customXmlProperties+xml"/>
  <Override PartName="/customXml/itemProps25.xml" ContentType="application/vnd.openxmlformats-officedocument.customXmlProperties+xml"/>
  <Override PartName="/customXml/itemProps26.xml" ContentType="application/vnd.openxmlformats-officedocument.customXmlProperties+xml"/>
  <Override PartName="/customXml/itemProps27.xml" ContentType="application/vnd.openxmlformats-officedocument.customXmlProperties+xml"/>
  <Override PartName="/customXml/itemProps28.xml" ContentType="application/vnd.openxmlformats-officedocument.customXmlProperties+xml"/>
  <Override PartName="/customXml/itemProps29.xml" ContentType="application/vnd.openxmlformats-officedocument.customXmlProperties+xml"/>
  <Override PartName="/customXml/itemProps30.xml" ContentType="application/vnd.openxmlformats-officedocument.customXmlProperties+xml"/>
  <Override PartName="/customXml/itemProps31.xml" ContentType="application/vnd.openxmlformats-officedocument.customXmlProperties+xml"/>
  <Override PartName="/customXml/itemProps32.xml" ContentType="application/vnd.openxmlformats-officedocument.customXmlProperties+xml"/>
  <Override PartName="/customXml/itemProps33.xml" ContentType="application/vnd.openxmlformats-officedocument.customXmlProperties+xml"/>
  <Override PartName="/customXml/itemProps34.xml" ContentType="application/vnd.openxmlformats-officedocument.customXmlProperties+xml"/>
  <Override PartName="/customXml/itemProps35.xml" ContentType="application/vnd.openxmlformats-officedocument.customXmlProperties+xml"/>
  <Override PartName="/customXml/itemProps36.xml" ContentType="application/vnd.openxmlformats-officedocument.customXmlProperties+xml"/>
  <Override PartName="/customXml/itemProps37.xml" ContentType="application/vnd.openxmlformats-officedocument.customXmlProperties+xml"/>
  <Override PartName="/customXml/itemProps38.xml" ContentType="application/vnd.openxmlformats-officedocument.customXmlProperties+xml"/>
  <Override PartName="/customXml/itemProps39.xml" ContentType="application/vnd.openxmlformats-officedocument.customXmlProperties+xml"/>
  <Override PartName="/customXml/itemProps40.xml" ContentType="application/vnd.openxmlformats-officedocument.customXmlProperties+xml"/>
  <Override PartName="/customXml/itemProps41.xml" ContentType="application/vnd.openxmlformats-officedocument.customXmlProperties+xml"/>
  <Override PartName="/customXml/itemProps42.xml" ContentType="application/vnd.openxmlformats-officedocument.customXmlProperties+xml"/>
  <Override PartName="/customXml/itemProps43.xml" ContentType="application/vnd.openxmlformats-officedocument.customXmlProperties+xml"/>
  <Override PartName="/customXml/itemProps44.xml" ContentType="application/vnd.openxmlformats-officedocument.customXmlProperties+xml"/>
  <Override PartName="/customXml/itemProps45.xml" ContentType="application/vnd.openxmlformats-officedocument.customXmlProperties+xml"/>
  <Override PartName="/customXml/itemProps46.xml" ContentType="application/vnd.openxmlformats-officedocument.customXmlProperties+xml"/>
  <Override PartName="/customXml/itemProps47.xml" ContentType="application/vnd.openxmlformats-officedocument.customXmlProperties+xml"/>
  <Override PartName="/customXml/itemProps48.xml" ContentType="application/vnd.openxmlformats-officedocument.customXmlProperties+xml"/>
  <Override PartName="/customXml/itemProps49.xml" ContentType="application/vnd.openxmlformats-officedocument.customXmlProperties+xml"/>
  <Override PartName="/customXml/itemProps50.xml" ContentType="application/vnd.openxmlformats-officedocument.customXmlProperties+xml"/>
  <Override PartName="/customXml/itemProps51.xml" ContentType="application/vnd.openxmlformats-officedocument.customXmlProperties+xml"/>
  <Override PartName="/customXml/itemProps52.xml" ContentType="application/vnd.openxmlformats-officedocument.customXmlProperties+xml"/>
  <Override PartName="/customXml/itemProps53.xml" ContentType="application/vnd.openxmlformats-officedocument.customXmlProperties+xml"/>
  <Override PartName="/customXml/itemProps54.xml" ContentType="application/vnd.openxmlformats-officedocument.customXmlProperties+xml"/>
  <Override PartName="/customXml/itemProps55.xml" ContentType="application/vnd.openxmlformats-officedocument.customXmlProperties+xml"/>
  <Override PartName="/customXml/itemProps56.xml" ContentType="application/vnd.openxmlformats-officedocument.customXmlProperties+xml"/>
  <Override PartName="/customXml/itemProps57.xml" ContentType="application/vnd.openxmlformats-officedocument.customXmlProperties+xml"/>
  <Override PartName="/customXml/itemProps58.xml" ContentType="application/vnd.openxmlformats-officedocument.customXmlProperties+xml"/>
  <Override PartName="/customXml/itemProps59.xml" ContentType="application/vnd.openxmlformats-officedocument.customXmlProperties+xml"/>
  <Override PartName="/customXml/itemProps60.xml" ContentType="application/vnd.openxmlformats-officedocument.customXmlProperties+xml"/>
  <Override PartName="/customXml/itemProps61.xml" ContentType="application/vnd.openxmlformats-officedocument.customXmlProperties+xml"/>
  <Override PartName="/customXml/itemProps62.xml" ContentType="application/vnd.openxmlformats-officedocument.customXmlProperties+xml"/>
  <Override PartName="/customXml/itemProps63.xml" ContentType="application/vnd.openxmlformats-officedocument.customXmlProperties+xml"/>
  <Override PartName="/customXml/itemProps64.xml" ContentType="application/vnd.openxmlformats-officedocument.customXmlProperties+xml"/>
  <Override PartName="/customXml/itemProps65.xml" ContentType="application/vnd.openxmlformats-officedocument.customXmlProperties+xml"/>
  <Override PartName="/customXml/itemProps66.xml" ContentType="application/vnd.openxmlformats-officedocument.customXmlProperties+xml"/>
  <Override PartName="/customXml/itemProps67.xml" ContentType="application/vnd.openxmlformats-officedocument.customXmlProperties+xml"/>
  <Override PartName="/customXml/itemProps68.xml" ContentType="application/vnd.openxmlformats-officedocument.customXmlProperties+xml"/>
  <Override PartName="/customXml/itemProps69.xml" ContentType="application/vnd.openxmlformats-officedocument.customXmlProperties+xml"/>
  <Override PartName="/customXml/itemProps70.xml" ContentType="application/vnd.openxmlformats-officedocument.customXmlProperties+xml"/>
  <Override PartName="/customXml/itemProps71.xml" ContentType="application/vnd.openxmlformats-officedocument.customXmlProperties+xml"/>
  <Override PartName="/customXml/itemProps72.xml" ContentType="application/vnd.openxmlformats-officedocument.customXmlProperties+xml"/>
  <Override PartName="/customXml/itemProps73.xml" ContentType="application/vnd.openxmlformats-officedocument.customXmlProperties+xml"/>
  <Override PartName="/customXml/itemProps74.xml" ContentType="application/vnd.openxmlformats-officedocument.customXmlProperties+xml"/>
  <Override PartName="/customXml/itemProps75.xml" ContentType="application/vnd.openxmlformats-officedocument.customXmlProperties+xml"/>
  <Override PartName="/customXml/itemProps76.xml" ContentType="application/vnd.openxmlformats-officedocument.customXmlProperties+xml"/>
  <Override PartName="/customXml/itemProps77.xml" ContentType="application/vnd.openxmlformats-officedocument.customXmlProperties+xml"/>
  <Override PartName="/customXml/itemProps78.xml" ContentType="application/vnd.openxmlformats-officedocument.customXmlProperties+xml"/>
  <Override PartName="/customXml/itemProps79.xml" ContentType="application/vnd.openxmlformats-officedocument.customXmlProperties+xml"/>
  <Override PartName="/customXml/itemProps80.xml" ContentType="application/vnd.openxmlformats-officedocument.customXmlProperties+xml"/>
  <Override PartName="/customXml/itemProps81.xml" ContentType="application/vnd.openxmlformats-officedocument.customXmlProperties+xml"/>
  <Override PartName="/customXml/itemProps82.xml" ContentType="application/vnd.openxmlformats-officedocument.customXmlProperties+xml"/>
  <Override PartName="/customXml/itemProps83.xml" ContentType="application/vnd.openxmlformats-officedocument.customXmlProperties+xml"/>
  <Override PartName="/customXml/itemProps84.xml" ContentType="application/vnd.openxmlformats-officedocument.customXmlProperties+xml"/>
  <Override PartName="/customXml/itemProps85.xml" ContentType="application/vnd.openxmlformats-officedocument.customXmlProperties+xml"/>
  <Override PartName="/customXml/itemProps86.xml" ContentType="application/vnd.openxmlformats-officedocument.customXmlProperties+xml"/>
  <Override PartName="/customXml/itemProps87.xml" ContentType="application/vnd.openxmlformats-officedocument.customXmlProperties+xml"/>
  <Override PartName="/customXml/itemProps88.xml" ContentType="application/vnd.openxmlformats-officedocument.customXmlProperties+xml"/>
  <Override PartName="/customXml/itemProps89.xml" ContentType="application/vnd.openxmlformats-officedocument.customXmlProperties+xml"/>
  <Override PartName="/customXml/itemProps90.xml" ContentType="application/vnd.openxmlformats-officedocument.customXmlProperties+xml"/>
  <Override PartName="/customXml/itemProps91.xml" ContentType="application/vnd.openxmlformats-officedocument.customXmlProperties+xml"/>
  <Override PartName="/customXml/itemProps92.xml" ContentType="application/vnd.openxmlformats-officedocument.customXmlProperties+xml"/>
  <Override PartName="/customXml/itemProps93.xml" ContentType="application/vnd.openxmlformats-officedocument.customXmlProperties+xml"/>
  <Override PartName="/customXml/itemProps94.xml" ContentType="application/vnd.openxmlformats-officedocument.customXmlProperties+xml"/>
  <Override PartName="/customXml/itemProps95.xml" ContentType="application/vnd.openxmlformats-officedocument.customXmlProperties+xml"/>
  <Override PartName="/customXml/itemProps96.xml" ContentType="application/vnd.openxmlformats-officedocument.customXmlProperties+xml"/>
  <Override PartName="/customXml/itemProps97.xml" ContentType="application/vnd.openxmlformats-officedocument.customXmlProperties+xml"/>
  <Override PartName="/customXml/itemProps98.xml" ContentType="application/vnd.openxmlformats-officedocument.customXmlProperties+xml"/>
  <Override PartName="/customXml/itemProps99.xml" ContentType="application/vnd.openxmlformats-officedocument.customXmlProperties+xml"/>
  <Override PartName="/customXml/itemProps100.xml" ContentType="application/vnd.openxmlformats-officedocument.customXmlProperties+xml"/>
  <Override PartName="/customXml/itemProps101.xml" ContentType="application/vnd.openxmlformats-officedocument.customXmlProperties+xml"/>
  <Override PartName="/customXml/itemProps102.xml" ContentType="application/vnd.openxmlformats-officedocument.customXmlProperties+xml"/>
  <Override PartName="/customXml/itemProps103.xml" ContentType="application/vnd.openxmlformats-officedocument.customXmlProperties+xml"/>
  <Override PartName="/customXml/itemProps104.xml" ContentType="application/vnd.openxmlformats-officedocument.customXmlProperties+xml"/>
  <Override PartName="/customXml/itemProps105.xml" ContentType="application/vnd.openxmlformats-officedocument.customXmlProperties+xml"/>
  <Override PartName="/customXml/itemProps106.xml" ContentType="application/vnd.openxmlformats-officedocument.customXmlProperties+xml"/>
  <Override PartName="/customXml/itemProps107.xml" ContentType="application/vnd.openxmlformats-officedocument.customXmlProperties+xml"/>
  <Override PartName="/customXml/itemProps108.xml" ContentType="application/vnd.openxmlformats-officedocument.customXmlProperties+xml"/>
  <Override PartName="/customXml/itemProps109.xml" ContentType="application/vnd.openxmlformats-officedocument.customXmlProperties+xml"/>
  <Override PartName="/customXml/itemProps110.xml" ContentType="application/vnd.openxmlformats-officedocument.customXmlProperties+xml"/>
  <Override PartName="/customXml/itemProps111.xml" ContentType="application/vnd.openxmlformats-officedocument.customXmlProperties+xml"/>
  <Override PartName="/customXml/itemProps112.xml" ContentType="application/vnd.openxmlformats-officedocument.customXmlProperties+xml"/>
  <Override PartName="/customXml/itemProps113.xml" ContentType="application/vnd.openxmlformats-officedocument.customXmlProperties+xml"/>
  <Override PartName="/customXml/itemProps114.xml" ContentType="application/vnd.openxmlformats-officedocument.customXmlProperties+xml"/>
  <Override PartName="/customXml/itemProps115.xml" ContentType="application/vnd.openxmlformats-officedocument.customXmlProperties+xml"/>
  <Override PartName="/customXml/itemProps116.xml" ContentType="application/vnd.openxmlformats-officedocument.customXmlProperties+xml"/>
  <Override PartName="/customXml/itemProps117.xml" ContentType="application/vnd.openxmlformats-officedocument.customXmlProperties+xml"/>
  <Override PartName="/customXml/itemProps118.xml" ContentType="application/vnd.openxmlformats-officedocument.customXmlProperties+xml"/>
  <Override PartName="/customXml/itemProps119.xml" ContentType="application/vnd.openxmlformats-officedocument.customXmlProperties+xml"/>
  <Override PartName="/customXml/itemProps120.xml" ContentType="application/vnd.openxmlformats-officedocument.customXmlProperties+xml"/>
  <Override PartName="/customXml/itemProps121.xml" ContentType="application/vnd.openxmlformats-officedocument.customXmlProperties+xml"/>
  <Override PartName="/customXml/itemProps122.xml" ContentType="application/vnd.openxmlformats-officedocument.customXmlProperties+xml"/>
  <Override PartName="/customXml/itemProps123.xml" ContentType="application/vnd.openxmlformats-officedocument.customXmlProperties+xml"/>
  <Override PartName="/customXml/itemProps124.xml" ContentType="application/vnd.openxmlformats-officedocument.customXmlProperties+xml"/>
  <Override PartName="/customXml/itemProps125.xml" ContentType="application/vnd.openxmlformats-officedocument.customXmlProperties+xml"/>
  <Override PartName="/customXml/itemProps126.xml" ContentType="application/vnd.openxmlformats-officedocument.customXmlProperties+xml"/>
  <Override PartName="/customXml/itemProps127.xml" ContentType="application/vnd.openxmlformats-officedocument.customXmlProperties+xml"/>
  <Override PartName="/customXml/itemProps128.xml" ContentType="application/vnd.openxmlformats-officedocument.customXmlProperties+xml"/>
  <Override PartName="/customXml/itemProps129.xml" ContentType="application/vnd.openxmlformats-officedocument.customXmlProperties+xml"/>
  <Override PartName="/customXml/itemProps130.xml" ContentType="application/vnd.openxmlformats-officedocument.customXmlProperties+xml"/>
  <Override PartName="/customXml/itemProps131.xml" ContentType="application/vnd.openxmlformats-officedocument.customXmlProperties+xml"/>
  <Override PartName="/customXml/itemProps132.xml" ContentType="application/vnd.openxmlformats-officedocument.customXmlProperties+xml"/>
  <Override PartName="/customXml/itemProps133.xml" ContentType="application/vnd.openxmlformats-officedocument.customXmlProperties+xml"/>
  <Override PartName="/customXml/itemProps134.xml" ContentType="application/vnd.openxmlformats-officedocument.customXmlProperties+xml"/>
  <Override PartName="/customXml/itemProps135.xml" ContentType="application/vnd.openxmlformats-officedocument.customXmlProperties+xml"/>
  <Override PartName="/customXml/itemProps136.xml" ContentType="application/vnd.openxmlformats-officedocument.customXmlProperties+xml"/>
  <Override PartName="/customXml/itemProps137.xml" ContentType="application/vnd.openxmlformats-officedocument.customXmlProperties+xml"/>
  <Override PartName="/customXml/itemProps138.xml" ContentType="application/vnd.openxmlformats-officedocument.customXmlProperties+xml"/>
  <Override PartName="/customXml/itemProps139.xml" ContentType="application/vnd.openxmlformats-officedocument.customXmlProperties+xml"/>
  <Override PartName="/customXml/itemProps140.xml" ContentType="application/vnd.openxmlformats-officedocument.customXmlProperties+xml"/>
  <Override PartName="/customXml/itemProps141.xml" ContentType="application/vnd.openxmlformats-officedocument.customXmlProperties+xml"/>
  <Override PartName="/customXml/itemProps142.xml" ContentType="application/vnd.openxmlformats-officedocument.customXmlProperties+xml"/>
  <Override PartName="/customXml/itemProps143.xml" ContentType="application/vnd.openxmlformats-officedocument.customXmlProperties+xml"/>
  <Override PartName="/customXml/itemProps144.xml" ContentType="application/vnd.openxmlformats-officedocument.customXmlProperties+xml"/>
  <Override PartName="/customXml/itemProps145.xml" ContentType="application/vnd.openxmlformats-officedocument.customXmlProperties+xml"/>
  <Override PartName="/customXml/itemProps146.xml" ContentType="application/vnd.openxmlformats-officedocument.customXmlProperties+xml"/>
  <Override PartName="/customXml/itemProps147.xml" ContentType="application/vnd.openxmlformats-officedocument.customXmlProperties+xml"/>
  <Override PartName="/customXml/itemProps148.xml" ContentType="application/vnd.openxmlformats-officedocument.customXmlProperties+xml"/>
  <Override PartName="/customXml/itemProps149.xml" ContentType="application/vnd.openxmlformats-officedocument.customXmlProperties+xml"/>
  <Override PartName="/customXml/itemProps150.xml" ContentType="application/vnd.openxmlformats-officedocument.customXmlProperties+xml"/>
  <Override PartName="/customXml/itemProps151.xml" ContentType="application/vnd.openxmlformats-officedocument.customXmlProperties+xml"/>
  <Override PartName="/customXml/itemProps152.xml" ContentType="application/vnd.openxmlformats-officedocument.customXmlProperties+xml"/>
  <Override PartName="/customXml/itemProps153.xml" ContentType="application/vnd.openxmlformats-officedocument.customXmlProperties+xml"/>
  <Override PartName="/customXml/itemProps154.xml" ContentType="application/vnd.openxmlformats-officedocument.customXmlProperties+xml"/>
  <Override PartName="/customXml/itemProps155.xml" ContentType="application/vnd.openxmlformats-officedocument.customXmlProperties+xml"/>
  <Override PartName="/customXml/itemProps156.xml" ContentType="application/vnd.openxmlformats-officedocument.customXmlProperties+xml"/>
  <Override PartName="/customXml/itemProps157.xml" ContentType="application/vnd.openxmlformats-officedocument.customXmlProperties+xml"/>
  <Override PartName="/customXml/itemProps158.xml" ContentType="application/vnd.openxmlformats-officedocument.customXmlProperties+xml"/>
  <Override PartName="/customXml/itemProps159.xml" ContentType="application/vnd.openxmlformats-officedocument.customXmlProperties+xml"/>
  <Override PartName="/customXml/itemProps160.xml" ContentType="application/vnd.openxmlformats-officedocument.customXmlProperties+xml"/>
  <Override PartName="/customXml/itemProps161.xml" ContentType="application/vnd.openxmlformats-officedocument.customXmlProperties+xml"/>
  <Override PartName="/customXml/itemProps162.xml" ContentType="application/vnd.openxmlformats-officedocument.customXmlProperties+xml"/>
  <Override PartName="/customXml/itemProps163.xml" ContentType="application/vnd.openxmlformats-officedocument.customXmlProperties+xml"/>
  <Override PartName="/customXml/itemProps164.xml" ContentType="application/vnd.openxmlformats-officedocument.customXmlProperties+xml"/>
  <Override PartName="/customXml/itemProps165.xml" ContentType="application/vnd.openxmlformats-officedocument.customXmlProperties+xml"/>
  <Override PartName="/customXml/itemProps166.xml" ContentType="application/vnd.openxmlformats-officedocument.customXmlProperties+xml"/>
  <Override PartName="/customXml/itemProps167.xml" ContentType="application/vnd.openxmlformats-officedocument.customXmlProperties+xml"/>
  <Override PartName="/customXml/itemProps168.xml" ContentType="application/vnd.openxmlformats-officedocument.customXmlProperties+xml"/>
  <Override PartName="/customXml/itemProps169.xml" ContentType="application/vnd.openxmlformats-officedocument.customXmlProperties+xml"/>
  <Override PartName="/customXml/itemProps170.xml" ContentType="application/vnd.openxmlformats-officedocument.customXmlProperties+xml"/>
  <Override PartName="/customXml/itemProps171.xml" ContentType="application/vnd.openxmlformats-officedocument.customXmlProperties+xml"/>
  <Override PartName="/customXml/itemProps172.xml" ContentType="application/vnd.openxmlformats-officedocument.customXmlProperties+xml"/>
  <Override PartName="/customXml/itemProps173.xml" ContentType="application/vnd.openxmlformats-officedocument.customXmlProperties+xml"/>
  <Override PartName="/customXml/itemProps174.xml" ContentType="application/vnd.openxmlformats-officedocument.customXmlProperties+xml"/>
  <Override PartName="/customXml/itemProps175.xml" ContentType="application/vnd.openxmlformats-officedocument.customXmlProperties+xml"/>
  <Override PartName="/customXml/itemProps176.xml" ContentType="application/vnd.openxmlformats-officedocument.customXmlProperties+xml"/>
  <Override PartName="/customXml/itemProps177.xml" ContentType="application/vnd.openxmlformats-officedocument.customXmlProperties+xml"/>
  <Override PartName="/customXml/itemProps178.xml" ContentType="application/vnd.openxmlformats-officedocument.customXmlProperties+xml"/>
  <Override PartName="/customXml/itemProps179.xml" ContentType="application/vnd.openxmlformats-officedocument.customXmlProperties+xml"/>
  <Override PartName="/customXml/itemProps180.xml" ContentType="application/vnd.openxmlformats-officedocument.customXmlProperties+xml"/>
  <Override PartName="/customXml/itemProps181.xml" ContentType="application/vnd.openxmlformats-officedocument.customXmlProperties+xml"/>
  <Override PartName="/customXml/itemProps182.xml" ContentType="application/vnd.openxmlformats-officedocument.customXmlProperties+xml"/>
  <Override PartName="/customXml/itemProps183.xml" ContentType="application/vnd.openxmlformats-officedocument.customXmlProperties+xml"/>
  <Override PartName="/customXml/itemProps184.xml" ContentType="application/vnd.openxmlformats-officedocument.customXmlProperties+xml"/>
  <Override PartName="/customXml/itemProps185.xml" ContentType="application/vnd.openxmlformats-officedocument.customXmlProperties+xml"/>
  <Override PartName="/customXml/itemProps186.xml" ContentType="application/vnd.openxmlformats-officedocument.customXmlProperties+xml"/>
  <Override PartName="/customXml/itemProps187.xml" ContentType="application/vnd.openxmlformats-officedocument.customXmlProperties+xml"/>
  <Override PartName="/customXml/itemProps188.xml" ContentType="application/vnd.openxmlformats-officedocument.customXmlProperties+xml"/>
  <Override PartName="/customXml/itemProps189.xml" ContentType="application/vnd.openxmlformats-officedocument.customXmlProperties+xml"/>
  <Override PartName="/customXml/itemProps190.xml" ContentType="application/vnd.openxmlformats-officedocument.customXmlProperties+xml"/>
  <Override PartName="/customXml/itemProps191.xml" ContentType="application/vnd.openxmlformats-officedocument.customXmlProperties+xml"/>
  <Override PartName="/customXml/itemProps192.xml" ContentType="application/vnd.openxmlformats-officedocument.customXmlProperties+xml"/>
  <Override PartName="/customXml/itemProps193.xml" ContentType="application/vnd.openxmlformats-officedocument.customXmlProperties+xml"/>
  <Override PartName="/customXml/itemProps194.xml" ContentType="application/vnd.openxmlformats-officedocument.customXmlProperties+xml"/>
  <Override PartName="/customXml/itemProps195.xml" ContentType="application/vnd.openxmlformats-officedocument.customXmlProperties+xml"/>
  <Override PartName="/customXml/itemProps196.xml" ContentType="application/vnd.openxmlformats-officedocument.customXmlProperties+xml"/>
  <Override PartName="/customXml/itemProps197.xml" ContentType="application/vnd.openxmlformats-officedocument.customXmlProperties+xml"/>
  <Override PartName="/customXml/itemProps198.xml" ContentType="application/vnd.openxmlformats-officedocument.customXmlProperties+xml"/>
  <Override PartName="/customXml/itemProps199.xml" ContentType="application/vnd.openxmlformats-officedocument.customXmlProperties+xml"/>
  <Override PartName="/customXml/itemProps200.xml" ContentType="application/vnd.openxmlformats-officedocument.customXmlProperties+xml"/>
  <Override PartName="/customXml/itemProps201.xml" ContentType="application/vnd.openxmlformats-officedocument.customXmlProperties+xml"/>
  <Override PartName="/customXml/itemProps202.xml" ContentType="application/vnd.openxmlformats-officedocument.customXmlProperties+xml"/>
  <Override PartName="/customXml/itemProps203.xml" ContentType="application/vnd.openxmlformats-officedocument.customXmlProperties+xml"/>
  <Override PartName="/customXml/itemProps204.xml" ContentType="application/vnd.openxmlformats-officedocument.customXmlProperties+xml"/>
  <Override PartName="/customXml/itemProps205.xml" ContentType="application/vnd.openxmlformats-officedocument.customXmlProperties+xml"/>
  <Override PartName="/customXml/itemProps206.xml" ContentType="application/vnd.openxmlformats-officedocument.customXmlProperties+xml"/>
  <Override PartName="/customXml/itemProps207.xml" ContentType="application/vnd.openxmlformats-officedocument.customXmlProperties+xml"/>
  <Override PartName="/customXml/itemProps208.xml" ContentType="application/vnd.openxmlformats-officedocument.customXmlProperties+xml"/>
  <Override PartName="/customXml/itemProps209.xml" ContentType="application/vnd.openxmlformats-officedocument.customXmlProperties+xml"/>
  <Override PartName="/customXml/itemProps210.xml" ContentType="application/vnd.openxmlformats-officedocument.customXmlProperties+xml"/>
  <Override PartName="/customXml/itemProps211.xml" ContentType="application/vnd.openxmlformats-officedocument.customXmlProperties+xml"/>
  <Override PartName="/customXml/itemProps212.xml" ContentType="application/vnd.openxmlformats-officedocument.customXmlProperties+xml"/>
  <Override PartName="/customXml/itemProps213.xml" ContentType="application/vnd.openxmlformats-officedocument.customXmlProperties+xml"/>
  <Override PartName="/customXml/itemProps214.xml" ContentType="application/vnd.openxmlformats-officedocument.customXmlProperties+xml"/>
  <Override PartName="/customXml/itemProps215.xml" ContentType="application/vnd.openxmlformats-officedocument.customXmlProperties+xml"/>
  <Override PartName="/customXml/itemProps216.xml" ContentType="application/vnd.openxmlformats-officedocument.customXmlProperties+xml"/>
  <Override PartName="/customXml/itemProps217.xml" ContentType="application/vnd.openxmlformats-officedocument.customXmlProperties+xml"/>
  <Override PartName="/customXml/itemProps218.xml" ContentType="application/vnd.openxmlformats-officedocument.customXmlProperties+xml"/>
  <Override PartName="/customXml/itemProps219.xml" ContentType="application/vnd.openxmlformats-officedocument.customXmlProperties+xml"/>
  <Override PartName="/customXml/itemProps220.xml" ContentType="application/vnd.openxmlformats-officedocument.customXmlProperties+xml"/>
  <Override PartName="/customXml/itemProps221.xml" ContentType="application/vnd.openxmlformats-officedocument.customXmlProperties+xml"/>
  <Override PartName="/customXml/itemProps222.xml" ContentType="application/vnd.openxmlformats-officedocument.customXmlProperties+xml"/>
  <Override PartName="/customXml/itemProps223.xml" ContentType="application/vnd.openxmlformats-officedocument.customXmlProperties+xml"/>
  <Override PartName="/customXml/itemProps224.xml" ContentType="application/vnd.openxmlformats-officedocument.customXmlProperties+xml"/>
  <Override PartName="/customXml/itemProps225.xml" ContentType="application/vnd.openxmlformats-officedocument.customXmlProperties+xml"/>
  <Override PartName="/customXml/itemProps226.xml" ContentType="application/vnd.openxmlformats-officedocument.customXmlProperties+xml"/>
  <Override PartName="/customXml/itemProps227.xml" ContentType="application/vnd.openxmlformats-officedocument.customXmlProperties+xml"/>
  <Override PartName="/customXml/itemProps228.xml" ContentType="application/vnd.openxmlformats-officedocument.customXmlProperties+xml"/>
  <Override PartName="/customXml/itemProps229.xml" ContentType="application/vnd.openxmlformats-officedocument.customXmlProperties+xml"/>
  <Override PartName="/customXml/itemProps230.xml" ContentType="application/vnd.openxmlformats-officedocument.customXmlProperties+xml"/>
  <Override PartName="/customXml/itemProps231.xml" ContentType="application/vnd.openxmlformats-officedocument.customXmlProperties+xml"/>
  <Override PartName="/customXml/itemProps232.xml" ContentType="application/vnd.openxmlformats-officedocument.customXmlProperties+xml"/>
  <Override PartName="/customXml/itemProps233.xml" ContentType="application/vnd.openxmlformats-officedocument.customXmlProperties+xml"/>
  <Override PartName="/customXml/itemProps234.xml" ContentType="application/vnd.openxmlformats-officedocument.customXmlProperties+xml"/>
  <Override PartName="/customXml/itemProps235.xml" ContentType="application/vnd.openxmlformats-officedocument.customXmlProperties+xml"/>
  <Override PartName="/customXml/itemProps236.xml" ContentType="application/vnd.openxmlformats-officedocument.customXmlProperties+xml"/>
  <Override PartName="/customXml/itemProps237.xml" ContentType="application/vnd.openxmlformats-officedocument.customXmlProperties+xml"/>
  <Override PartName="/customXml/itemProps238.xml" ContentType="application/vnd.openxmlformats-officedocument.customXmlProperties+xml"/>
  <Override PartName="/customXml/itemProps239.xml" ContentType="application/vnd.openxmlformats-officedocument.customXmlProperties+xml"/>
  <Override PartName="/customXml/itemProps240.xml" ContentType="application/vnd.openxmlformats-officedocument.customXmlProperties+xml"/>
  <Override PartName="/customXml/itemProps241.xml" ContentType="application/vnd.openxmlformats-officedocument.customXmlProperties+xml"/>
  <Override PartName="/customXml/itemProps242.xml" ContentType="application/vnd.openxmlformats-officedocument.customXmlProperties+xml"/>
  <Override PartName="/customXml/itemProps243.xml" ContentType="application/vnd.openxmlformats-officedocument.customXmlProperties+xml"/>
  <Override PartName="/customXml/itemProps244.xml" ContentType="application/vnd.openxmlformats-officedocument.customXmlProperties+xml"/>
  <Override PartName="/customXml/itemProps245.xml" ContentType="application/vnd.openxmlformats-officedocument.customXmlProperties+xml"/>
  <Override PartName="/customXml/itemProps246.xml" ContentType="application/vnd.openxmlformats-officedocument.customXmlProperties+xml"/>
  <Override PartName="/customXml/itemProps247.xml" ContentType="application/vnd.openxmlformats-officedocument.customXmlProperties+xml"/>
  <Override PartName="/customXml/itemProps248.xml" ContentType="application/vnd.openxmlformats-officedocument.customXmlProperties+xml"/>
  <Override PartName="/customXml/itemProps249.xml" ContentType="application/vnd.openxmlformats-officedocument.customXmlProperties+xml"/>
  <Override PartName="/customXml/itemProps250.xml" ContentType="application/vnd.openxmlformats-officedocument.customXmlProperties+xml"/>
  <Override PartName="/customXml/itemProps251.xml" ContentType="application/vnd.openxmlformats-officedocument.customXmlProperties+xml"/>
  <Override PartName="/customXml/itemProps252.xml" ContentType="application/vnd.openxmlformats-officedocument.customXmlProperties+xml"/>
  <Override PartName="/customXml/itemProps253.xml" ContentType="application/vnd.openxmlformats-officedocument.customXmlProperties+xml"/>
  <Override PartName="/customXml/itemProps254.xml" ContentType="application/vnd.openxmlformats-officedocument.customXmlProperties+xml"/>
  <Override PartName="/customXml/itemProps255.xml" ContentType="application/vnd.openxmlformats-officedocument.customXmlProperties+xml"/>
  <Override PartName="/customXml/itemProps256.xml" ContentType="application/vnd.openxmlformats-officedocument.customXmlProperties+xml"/>
  <Override PartName="/customXml/itemProps257.xml" ContentType="application/vnd.openxmlformats-officedocument.customXmlProperties+xml"/>
  <Override PartName="/customXml/itemProps258.xml" ContentType="application/vnd.openxmlformats-officedocument.customXmlProperties+xml"/>
  <Override PartName="/customXml/itemProps259.xml" ContentType="application/vnd.openxmlformats-officedocument.customXmlProperties+xml"/>
  <Override PartName="/customXml/itemProps260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261"/>
  </p:sldMasterIdLst>
  <p:notesMasterIdLst>
    <p:notesMasterId r:id="rId296"/>
  </p:notesMasterIdLst>
  <p:handoutMasterIdLst>
    <p:handoutMasterId r:id="rId297"/>
  </p:handoutMasterIdLst>
  <p:sldIdLst>
    <p:sldId id="261" r:id="rId262"/>
    <p:sldId id="339" r:id="rId263"/>
    <p:sldId id="340" r:id="rId264"/>
    <p:sldId id="380" r:id="rId265"/>
    <p:sldId id="381" r:id="rId266"/>
    <p:sldId id="382" r:id="rId267"/>
    <p:sldId id="407" r:id="rId268"/>
    <p:sldId id="409" r:id="rId269"/>
    <p:sldId id="411" r:id="rId270"/>
    <p:sldId id="408" r:id="rId271"/>
    <p:sldId id="410" r:id="rId272"/>
    <p:sldId id="412" r:id="rId273"/>
    <p:sldId id="384" r:id="rId274"/>
    <p:sldId id="385" r:id="rId275"/>
    <p:sldId id="386" r:id="rId276"/>
    <p:sldId id="387" r:id="rId277"/>
    <p:sldId id="388" r:id="rId278"/>
    <p:sldId id="428" r:id="rId279"/>
    <p:sldId id="413" r:id="rId280"/>
    <p:sldId id="427" r:id="rId281"/>
    <p:sldId id="414" r:id="rId282"/>
    <p:sldId id="416" r:id="rId283"/>
    <p:sldId id="417" r:id="rId284"/>
    <p:sldId id="418" r:id="rId285"/>
    <p:sldId id="419" r:id="rId286"/>
    <p:sldId id="420" r:id="rId287"/>
    <p:sldId id="421" r:id="rId288"/>
    <p:sldId id="429" r:id="rId289"/>
    <p:sldId id="423" r:id="rId290"/>
    <p:sldId id="391" r:id="rId291"/>
    <p:sldId id="425" r:id="rId292"/>
    <p:sldId id="426" r:id="rId293"/>
    <p:sldId id="392" r:id="rId294"/>
    <p:sldId id="393" r:id="rId295"/>
  </p:sldIdLst>
  <p:sldSz cx="12192000" cy="6858000"/>
  <p:notesSz cx="9296400" cy="7010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oug Durham" initials="DD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6061" autoAdjust="0"/>
    <p:restoredTop sz="94141" autoAdjust="0"/>
  </p:normalViewPr>
  <p:slideViewPr>
    <p:cSldViewPr snapToGrid="0">
      <p:cViewPr varScale="1">
        <p:scale>
          <a:sx n="120" d="100"/>
          <a:sy n="120" d="100"/>
        </p:scale>
        <p:origin x="200" y="360"/>
      </p:cViewPr>
      <p:guideLst/>
    </p:cSldViewPr>
  </p:slideViewPr>
  <p:outlineViewPr>
    <p:cViewPr>
      <p:scale>
        <a:sx n="33" d="100"/>
        <a:sy n="33" d="100"/>
      </p:scale>
      <p:origin x="0" y="-4326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customXml" Target="../customXml/item117.xml"/><Relationship Id="rId299" Type="http://schemas.openxmlformats.org/officeDocument/2006/relationships/presProps" Target="presProps.xml"/><Relationship Id="rId21" Type="http://schemas.openxmlformats.org/officeDocument/2006/relationships/customXml" Target="../customXml/item21.xml"/><Relationship Id="rId63" Type="http://schemas.openxmlformats.org/officeDocument/2006/relationships/customXml" Target="../customXml/item63.xml"/><Relationship Id="rId159" Type="http://schemas.openxmlformats.org/officeDocument/2006/relationships/customXml" Target="../customXml/item159.xml"/><Relationship Id="rId170" Type="http://schemas.openxmlformats.org/officeDocument/2006/relationships/customXml" Target="../customXml/item170.xml"/><Relationship Id="rId226" Type="http://schemas.openxmlformats.org/officeDocument/2006/relationships/customXml" Target="../customXml/item226.xml"/><Relationship Id="rId268" Type="http://schemas.openxmlformats.org/officeDocument/2006/relationships/slide" Target="slides/slide7.xml"/><Relationship Id="rId32" Type="http://schemas.openxmlformats.org/officeDocument/2006/relationships/customXml" Target="../customXml/item32.xml"/><Relationship Id="rId74" Type="http://schemas.openxmlformats.org/officeDocument/2006/relationships/customXml" Target="../customXml/item74.xml"/><Relationship Id="rId128" Type="http://schemas.openxmlformats.org/officeDocument/2006/relationships/customXml" Target="../customXml/item128.xml"/><Relationship Id="rId5" Type="http://schemas.openxmlformats.org/officeDocument/2006/relationships/customXml" Target="../customXml/item5.xml"/><Relationship Id="rId181" Type="http://schemas.openxmlformats.org/officeDocument/2006/relationships/customXml" Target="../customXml/item181.xml"/><Relationship Id="rId237" Type="http://schemas.openxmlformats.org/officeDocument/2006/relationships/customXml" Target="../customXml/item237.xml"/><Relationship Id="rId279" Type="http://schemas.openxmlformats.org/officeDocument/2006/relationships/slide" Target="slides/slide18.xml"/><Relationship Id="rId43" Type="http://schemas.openxmlformats.org/officeDocument/2006/relationships/customXml" Target="../customXml/item43.xml"/><Relationship Id="rId139" Type="http://schemas.openxmlformats.org/officeDocument/2006/relationships/customXml" Target="../customXml/item139.xml"/><Relationship Id="rId290" Type="http://schemas.openxmlformats.org/officeDocument/2006/relationships/slide" Target="slides/slide29.xml"/><Relationship Id="rId85" Type="http://schemas.openxmlformats.org/officeDocument/2006/relationships/customXml" Target="../customXml/item85.xml"/><Relationship Id="rId150" Type="http://schemas.openxmlformats.org/officeDocument/2006/relationships/customXml" Target="../customXml/item150.xml"/><Relationship Id="rId192" Type="http://schemas.openxmlformats.org/officeDocument/2006/relationships/customXml" Target="../customXml/item192.xml"/><Relationship Id="rId206" Type="http://schemas.openxmlformats.org/officeDocument/2006/relationships/customXml" Target="../customXml/item206.xml"/><Relationship Id="rId248" Type="http://schemas.openxmlformats.org/officeDocument/2006/relationships/customXml" Target="../customXml/item248.xml"/><Relationship Id="rId12" Type="http://schemas.openxmlformats.org/officeDocument/2006/relationships/customXml" Target="../customXml/item12.xml"/><Relationship Id="rId108" Type="http://schemas.openxmlformats.org/officeDocument/2006/relationships/customXml" Target="../customXml/item108.xml"/><Relationship Id="rId54" Type="http://schemas.openxmlformats.org/officeDocument/2006/relationships/customXml" Target="../customXml/item54.xml"/><Relationship Id="rId96" Type="http://schemas.openxmlformats.org/officeDocument/2006/relationships/customXml" Target="../customXml/item96.xml"/><Relationship Id="rId161" Type="http://schemas.openxmlformats.org/officeDocument/2006/relationships/customXml" Target="../customXml/item161.xml"/><Relationship Id="rId217" Type="http://schemas.openxmlformats.org/officeDocument/2006/relationships/customXml" Target="../customXml/item217.xml"/><Relationship Id="rId6" Type="http://schemas.openxmlformats.org/officeDocument/2006/relationships/customXml" Target="../customXml/item6.xml"/><Relationship Id="rId238" Type="http://schemas.openxmlformats.org/officeDocument/2006/relationships/customXml" Target="../customXml/item238.xml"/><Relationship Id="rId259" Type="http://schemas.openxmlformats.org/officeDocument/2006/relationships/customXml" Target="../customXml/item259.xml"/><Relationship Id="rId23" Type="http://schemas.openxmlformats.org/officeDocument/2006/relationships/customXml" Target="../customXml/item23.xml"/><Relationship Id="rId119" Type="http://schemas.openxmlformats.org/officeDocument/2006/relationships/customXml" Target="../customXml/item119.xml"/><Relationship Id="rId270" Type="http://schemas.openxmlformats.org/officeDocument/2006/relationships/slide" Target="slides/slide9.xml"/><Relationship Id="rId291" Type="http://schemas.openxmlformats.org/officeDocument/2006/relationships/slide" Target="slides/slide30.xml"/><Relationship Id="rId44" Type="http://schemas.openxmlformats.org/officeDocument/2006/relationships/customXml" Target="../customXml/item44.xml"/><Relationship Id="rId65" Type="http://schemas.openxmlformats.org/officeDocument/2006/relationships/customXml" Target="../customXml/item65.xml"/><Relationship Id="rId86" Type="http://schemas.openxmlformats.org/officeDocument/2006/relationships/customXml" Target="../customXml/item86.xml"/><Relationship Id="rId130" Type="http://schemas.openxmlformats.org/officeDocument/2006/relationships/customXml" Target="../customXml/item130.xml"/><Relationship Id="rId151" Type="http://schemas.openxmlformats.org/officeDocument/2006/relationships/customXml" Target="../customXml/item151.xml"/><Relationship Id="rId172" Type="http://schemas.openxmlformats.org/officeDocument/2006/relationships/customXml" Target="../customXml/item172.xml"/><Relationship Id="rId193" Type="http://schemas.openxmlformats.org/officeDocument/2006/relationships/customXml" Target="../customXml/item193.xml"/><Relationship Id="rId207" Type="http://schemas.openxmlformats.org/officeDocument/2006/relationships/customXml" Target="../customXml/item207.xml"/><Relationship Id="rId228" Type="http://schemas.openxmlformats.org/officeDocument/2006/relationships/customXml" Target="../customXml/item228.xml"/><Relationship Id="rId249" Type="http://schemas.openxmlformats.org/officeDocument/2006/relationships/customXml" Target="../customXml/item249.xml"/><Relationship Id="rId13" Type="http://schemas.openxmlformats.org/officeDocument/2006/relationships/customXml" Target="../customXml/item13.xml"/><Relationship Id="rId109" Type="http://schemas.openxmlformats.org/officeDocument/2006/relationships/customXml" Target="../customXml/item109.xml"/><Relationship Id="rId260" Type="http://schemas.openxmlformats.org/officeDocument/2006/relationships/customXml" Target="../customXml/item260.xml"/><Relationship Id="rId281" Type="http://schemas.openxmlformats.org/officeDocument/2006/relationships/slide" Target="slides/slide20.xml"/><Relationship Id="rId34" Type="http://schemas.openxmlformats.org/officeDocument/2006/relationships/customXml" Target="../customXml/item34.xml"/><Relationship Id="rId55" Type="http://schemas.openxmlformats.org/officeDocument/2006/relationships/customXml" Target="../customXml/item55.xml"/><Relationship Id="rId76" Type="http://schemas.openxmlformats.org/officeDocument/2006/relationships/customXml" Target="../customXml/item76.xml"/><Relationship Id="rId97" Type="http://schemas.openxmlformats.org/officeDocument/2006/relationships/customXml" Target="../customXml/item97.xml"/><Relationship Id="rId120" Type="http://schemas.openxmlformats.org/officeDocument/2006/relationships/customXml" Target="../customXml/item120.xml"/><Relationship Id="rId141" Type="http://schemas.openxmlformats.org/officeDocument/2006/relationships/customXml" Target="../customXml/item141.xml"/><Relationship Id="rId7" Type="http://schemas.openxmlformats.org/officeDocument/2006/relationships/customXml" Target="../customXml/item7.xml"/><Relationship Id="rId162" Type="http://schemas.openxmlformats.org/officeDocument/2006/relationships/customXml" Target="../customXml/item162.xml"/><Relationship Id="rId183" Type="http://schemas.openxmlformats.org/officeDocument/2006/relationships/customXml" Target="../customXml/item183.xml"/><Relationship Id="rId218" Type="http://schemas.openxmlformats.org/officeDocument/2006/relationships/customXml" Target="../customXml/item218.xml"/><Relationship Id="rId239" Type="http://schemas.openxmlformats.org/officeDocument/2006/relationships/customXml" Target="../customXml/item239.xml"/><Relationship Id="rId250" Type="http://schemas.openxmlformats.org/officeDocument/2006/relationships/customXml" Target="../customXml/item250.xml"/><Relationship Id="rId271" Type="http://schemas.openxmlformats.org/officeDocument/2006/relationships/slide" Target="slides/slide10.xml"/><Relationship Id="rId292" Type="http://schemas.openxmlformats.org/officeDocument/2006/relationships/slide" Target="slides/slide31.xml"/><Relationship Id="rId24" Type="http://schemas.openxmlformats.org/officeDocument/2006/relationships/customXml" Target="../customXml/item24.xml"/><Relationship Id="rId45" Type="http://schemas.openxmlformats.org/officeDocument/2006/relationships/customXml" Target="../customXml/item45.xml"/><Relationship Id="rId66" Type="http://schemas.openxmlformats.org/officeDocument/2006/relationships/customXml" Target="../customXml/item66.xml"/><Relationship Id="rId87" Type="http://schemas.openxmlformats.org/officeDocument/2006/relationships/customXml" Target="../customXml/item87.xml"/><Relationship Id="rId110" Type="http://schemas.openxmlformats.org/officeDocument/2006/relationships/customXml" Target="../customXml/item110.xml"/><Relationship Id="rId131" Type="http://schemas.openxmlformats.org/officeDocument/2006/relationships/customXml" Target="../customXml/item131.xml"/><Relationship Id="rId152" Type="http://schemas.openxmlformats.org/officeDocument/2006/relationships/customXml" Target="../customXml/item152.xml"/><Relationship Id="rId173" Type="http://schemas.openxmlformats.org/officeDocument/2006/relationships/customXml" Target="../customXml/item173.xml"/><Relationship Id="rId194" Type="http://schemas.openxmlformats.org/officeDocument/2006/relationships/customXml" Target="../customXml/item194.xml"/><Relationship Id="rId208" Type="http://schemas.openxmlformats.org/officeDocument/2006/relationships/customXml" Target="../customXml/item208.xml"/><Relationship Id="rId229" Type="http://schemas.openxmlformats.org/officeDocument/2006/relationships/customXml" Target="../customXml/item229.xml"/><Relationship Id="rId240" Type="http://schemas.openxmlformats.org/officeDocument/2006/relationships/customXml" Target="../customXml/item240.xml"/><Relationship Id="rId261" Type="http://schemas.openxmlformats.org/officeDocument/2006/relationships/slideMaster" Target="slideMasters/slideMaster1.xml"/><Relationship Id="rId14" Type="http://schemas.openxmlformats.org/officeDocument/2006/relationships/customXml" Target="../customXml/item14.xml"/><Relationship Id="rId35" Type="http://schemas.openxmlformats.org/officeDocument/2006/relationships/customXml" Target="../customXml/item35.xml"/><Relationship Id="rId56" Type="http://schemas.openxmlformats.org/officeDocument/2006/relationships/customXml" Target="../customXml/item56.xml"/><Relationship Id="rId77" Type="http://schemas.openxmlformats.org/officeDocument/2006/relationships/customXml" Target="../customXml/item77.xml"/><Relationship Id="rId100" Type="http://schemas.openxmlformats.org/officeDocument/2006/relationships/customXml" Target="../customXml/item100.xml"/><Relationship Id="rId282" Type="http://schemas.openxmlformats.org/officeDocument/2006/relationships/slide" Target="slides/slide21.xml"/><Relationship Id="rId8" Type="http://schemas.openxmlformats.org/officeDocument/2006/relationships/customXml" Target="../customXml/item8.xml"/><Relationship Id="rId98" Type="http://schemas.openxmlformats.org/officeDocument/2006/relationships/customXml" Target="../customXml/item98.xml"/><Relationship Id="rId121" Type="http://schemas.openxmlformats.org/officeDocument/2006/relationships/customXml" Target="../customXml/item121.xml"/><Relationship Id="rId142" Type="http://schemas.openxmlformats.org/officeDocument/2006/relationships/customXml" Target="../customXml/item142.xml"/><Relationship Id="rId163" Type="http://schemas.openxmlformats.org/officeDocument/2006/relationships/customXml" Target="../customXml/item163.xml"/><Relationship Id="rId184" Type="http://schemas.openxmlformats.org/officeDocument/2006/relationships/customXml" Target="../customXml/item184.xml"/><Relationship Id="rId219" Type="http://schemas.openxmlformats.org/officeDocument/2006/relationships/customXml" Target="../customXml/item219.xml"/><Relationship Id="rId230" Type="http://schemas.openxmlformats.org/officeDocument/2006/relationships/customXml" Target="../customXml/item230.xml"/><Relationship Id="rId251" Type="http://schemas.openxmlformats.org/officeDocument/2006/relationships/customXml" Target="../customXml/item251.xml"/><Relationship Id="rId25" Type="http://schemas.openxmlformats.org/officeDocument/2006/relationships/customXml" Target="../customXml/item25.xml"/><Relationship Id="rId46" Type="http://schemas.openxmlformats.org/officeDocument/2006/relationships/customXml" Target="../customXml/item46.xml"/><Relationship Id="rId67" Type="http://schemas.openxmlformats.org/officeDocument/2006/relationships/customXml" Target="../customXml/item67.xml"/><Relationship Id="rId272" Type="http://schemas.openxmlformats.org/officeDocument/2006/relationships/slide" Target="slides/slide11.xml"/><Relationship Id="rId293" Type="http://schemas.openxmlformats.org/officeDocument/2006/relationships/slide" Target="slides/slide32.xml"/><Relationship Id="rId88" Type="http://schemas.openxmlformats.org/officeDocument/2006/relationships/customXml" Target="../customXml/item88.xml"/><Relationship Id="rId111" Type="http://schemas.openxmlformats.org/officeDocument/2006/relationships/customXml" Target="../customXml/item111.xml"/><Relationship Id="rId132" Type="http://schemas.openxmlformats.org/officeDocument/2006/relationships/customXml" Target="../customXml/item132.xml"/><Relationship Id="rId153" Type="http://schemas.openxmlformats.org/officeDocument/2006/relationships/customXml" Target="../customXml/item153.xml"/><Relationship Id="rId174" Type="http://schemas.openxmlformats.org/officeDocument/2006/relationships/customXml" Target="../customXml/item174.xml"/><Relationship Id="rId195" Type="http://schemas.openxmlformats.org/officeDocument/2006/relationships/customXml" Target="../customXml/item195.xml"/><Relationship Id="rId209" Type="http://schemas.openxmlformats.org/officeDocument/2006/relationships/customXml" Target="../customXml/item209.xml"/><Relationship Id="rId220" Type="http://schemas.openxmlformats.org/officeDocument/2006/relationships/customXml" Target="../customXml/item220.xml"/><Relationship Id="rId241" Type="http://schemas.openxmlformats.org/officeDocument/2006/relationships/customXml" Target="../customXml/item241.xml"/><Relationship Id="rId15" Type="http://schemas.openxmlformats.org/officeDocument/2006/relationships/customXml" Target="../customXml/item15.xml"/><Relationship Id="rId36" Type="http://schemas.openxmlformats.org/officeDocument/2006/relationships/customXml" Target="../customXml/item36.xml"/><Relationship Id="rId57" Type="http://schemas.openxmlformats.org/officeDocument/2006/relationships/customXml" Target="../customXml/item57.xml"/><Relationship Id="rId262" Type="http://schemas.openxmlformats.org/officeDocument/2006/relationships/slide" Target="slides/slide1.xml"/><Relationship Id="rId283" Type="http://schemas.openxmlformats.org/officeDocument/2006/relationships/slide" Target="slides/slide22.xml"/><Relationship Id="rId78" Type="http://schemas.openxmlformats.org/officeDocument/2006/relationships/customXml" Target="../customXml/item78.xml"/><Relationship Id="rId99" Type="http://schemas.openxmlformats.org/officeDocument/2006/relationships/customXml" Target="../customXml/item99.xml"/><Relationship Id="rId101" Type="http://schemas.openxmlformats.org/officeDocument/2006/relationships/customXml" Target="../customXml/item101.xml"/><Relationship Id="rId122" Type="http://schemas.openxmlformats.org/officeDocument/2006/relationships/customXml" Target="../customXml/item122.xml"/><Relationship Id="rId143" Type="http://schemas.openxmlformats.org/officeDocument/2006/relationships/customXml" Target="../customXml/item143.xml"/><Relationship Id="rId164" Type="http://schemas.openxmlformats.org/officeDocument/2006/relationships/customXml" Target="../customXml/item164.xml"/><Relationship Id="rId185" Type="http://schemas.openxmlformats.org/officeDocument/2006/relationships/customXml" Target="../customXml/item185.xml"/><Relationship Id="rId9" Type="http://schemas.openxmlformats.org/officeDocument/2006/relationships/customXml" Target="../customXml/item9.xml"/><Relationship Id="rId210" Type="http://schemas.openxmlformats.org/officeDocument/2006/relationships/customXml" Target="../customXml/item210.xml"/><Relationship Id="rId26" Type="http://schemas.openxmlformats.org/officeDocument/2006/relationships/customXml" Target="../customXml/item26.xml"/><Relationship Id="rId231" Type="http://schemas.openxmlformats.org/officeDocument/2006/relationships/customXml" Target="../customXml/item231.xml"/><Relationship Id="rId252" Type="http://schemas.openxmlformats.org/officeDocument/2006/relationships/customXml" Target="../customXml/item252.xml"/><Relationship Id="rId273" Type="http://schemas.openxmlformats.org/officeDocument/2006/relationships/slide" Target="slides/slide12.xml"/><Relationship Id="rId294" Type="http://schemas.openxmlformats.org/officeDocument/2006/relationships/slide" Target="slides/slide33.xml"/><Relationship Id="rId47" Type="http://schemas.openxmlformats.org/officeDocument/2006/relationships/customXml" Target="../customXml/item47.xml"/><Relationship Id="rId68" Type="http://schemas.openxmlformats.org/officeDocument/2006/relationships/customXml" Target="../customXml/item68.xml"/><Relationship Id="rId89" Type="http://schemas.openxmlformats.org/officeDocument/2006/relationships/customXml" Target="../customXml/item89.xml"/><Relationship Id="rId112" Type="http://schemas.openxmlformats.org/officeDocument/2006/relationships/customXml" Target="../customXml/item112.xml"/><Relationship Id="rId133" Type="http://schemas.openxmlformats.org/officeDocument/2006/relationships/customXml" Target="../customXml/item133.xml"/><Relationship Id="rId154" Type="http://schemas.openxmlformats.org/officeDocument/2006/relationships/customXml" Target="../customXml/item154.xml"/><Relationship Id="rId175" Type="http://schemas.openxmlformats.org/officeDocument/2006/relationships/customXml" Target="../customXml/item175.xml"/><Relationship Id="rId196" Type="http://schemas.openxmlformats.org/officeDocument/2006/relationships/customXml" Target="../customXml/item196.xml"/><Relationship Id="rId200" Type="http://schemas.openxmlformats.org/officeDocument/2006/relationships/customXml" Target="../customXml/item200.xml"/><Relationship Id="rId16" Type="http://schemas.openxmlformats.org/officeDocument/2006/relationships/customXml" Target="../customXml/item16.xml"/><Relationship Id="rId221" Type="http://schemas.openxmlformats.org/officeDocument/2006/relationships/customXml" Target="../customXml/item221.xml"/><Relationship Id="rId242" Type="http://schemas.openxmlformats.org/officeDocument/2006/relationships/customXml" Target="../customXml/item242.xml"/><Relationship Id="rId263" Type="http://schemas.openxmlformats.org/officeDocument/2006/relationships/slide" Target="slides/slide2.xml"/><Relationship Id="rId284" Type="http://schemas.openxmlformats.org/officeDocument/2006/relationships/slide" Target="slides/slide23.xml"/><Relationship Id="rId37" Type="http://schemas.openxmlformats.org/officeDocument/2006/relationships/customXml" Target="../customXml/item37.xml"/><Relationship Id="rId58" Type="http://schemas.openxmlformats.org/officeDocument/2006/relationships/customXml" Target="../customXml/item58.xml"/><Relationship Id="rId79" Type="http://schemas.openxmlformats.org/officeDocument/2006/relationships/customXml" Target="../customXml/item79.xml"/><Relationship Id="rId102" Type="http://schemas.openxmlformats.org/officeDocument/2006/relationships/customXml" Target="../customXml/item102.xml"/><Relationship Id="rId123" Type="http://schemas.openxmlformats.org/officeDocument/2006/relationships/customXml" Target="../customXml/item123.xml"/><Relationship Id="rId144" Type="http://schemas.openxmlformats.org/officeDocument/2006/relationships/customXml" Target="../customXml/item144.xml"/><Relationship Id="rId90" Type="http://schemas.openxmlformats.org/officeDocument/2006/relationships/customXml" Target="../customXml/item90.xml"/><Relationship Id="rId165" Type="http://schemas.openxmlformats.org/officeDocument/2006/relationships/customXml" Target="../customXml/item165.xml"/><Relationship Id="rId186" Type="http://schemas.openxmlformats.org/officeDocument/2006/relationships/customXml" Target="../customXml/item186.xml"/><Relationship Id="rId211" Type="http://schemas.openxmlformats.org/officeDocument/2006/relationships/customXml" Target="../customXml/item211.xml"/><Relationship Id="rId232" Type="http://schemas.openxmlformats.org/officeDocument/2006/relationships/customXml" Target="../customXml/item232.xml"/><Relationship Id="rId253" Type="http://schemas.openxmlformats.org/officeDocument/2006/relationships/customXml" Target="../customXml/item253.xml"/><Relationship Id="rId274" Type="http://schemas.openxmlformats.org/officeDocument/2006/relationships/slide" Target="slides/slide13.xml"/><Relationship Id="rId295" Type="http://schemas.openxmlformats.org/officeDocument/2006/relationships/slide" Target="slides/slide34.xml"/><Relationship Id="rId27" Type="http://schemas.openxmlformats.org/officeDocument/2006/relationships/customXml" Target="../customXml/item27.xml"/><Relationship Id="rId48" Type="http://schemas.openxmlformats.org/officeDocument/2006/relationships/customXml" Target="../customXml/item48.xml"/><Relationship Id="rId69" Type="http://schemas.openxmlformats.org/officeDocument/2006/relationships/customXml" Target="../customXml/item69.xml"/><Relationship Id="rId113" Type="http://schemas.openxmlformats.org/officeDocument/2006/relationships/customXml" Target="../customXml/item113.xml"/><Relationship Id="rId134" Type="http://schemas.openxmlformats.org/officeDocument/2006/relationships/customXml" Target="../customXml/item134.xml"/><Relationship Id="rId80" Type="http://schemas.openxmlformats.org/officeDocument/2006/relationships/customXml" Target="../customXml/item80.xml"/><Relationship Id="rId155" Type="http://schemas.openxmlformats.org/officeDocument/2006/relationships/customXml" Target="../customXml/item155.xml"/><Relationship Id="rId176" Type="http://schemas.openxmlformats.org/officeDocument/2006/relationships/customXml" Target="../customXml/item176.xml"/><Relationship Id="rId197" Type="http://schemas.openxmlformats.org/officeDocument/2006/relationships/customXml" Target="../customXml/item197.xml"/><Relationship Id="rId201" Type="http://schemas.openxmlformats.org/officeDocument/2006/relationships/customXml" Target="../customXml/item201.xml"/><Relationship Id="rId222" Type="http://schemas.openxmlformats.org/officeDocument/2006/relationships/customXml" Target="../customXml/item222.xml"/><Relationship Id="rId243" Type="http://schemas.openxmlformats.org/officeDocument/2006/relationships/customXml" Target="../customXml/item243.xml"/><Relationship Id="rId264" Type="http://schemas.openxmlformats.org/officeDocument/2006/relationships/slide" Target="slides/slide3.xml"/><Relationship Id="rId285" Type="http://schemas.openxmlformats.org/officeDocument/2006/relationships/slide" Target="slides/slide24.xml"/><Relationship Id="rId17" Type="http://schemas.openxmlformats.org/officeDocument/2006/relationships/customXml" Target="../customXml/item17.xml"/><Relationship Id="rId38" Type="http://schemas.openxmlformats.org/officeDocument/2006/relationships/customXml" Target="../customXml/item38.xml"/><Relationship Id="rId59" Type="http://schemas.openxmlformats.org/officeDocument/2006/relationships/customXml" Target="../customXml/item59.xml"/><Relationship Id="rId103" Type="http://schemas.openxmlformats.org/officeDocument/2006/relationships/customXml" Target="../customXml/item103.xml"/><Relationship Id="rId124" Type="http://schemas.openxmlformats.org/officeDocument/2006/relationships/customXml" Target="../customXml/item124.xml"/><Relationship Id="rId70" Type="http://schemas.openxmlformats.org/officeDocument/2006/relationships/customXml" Target="../customXml/item70.xml"/><Relationship Id="rId91" Type="http://schemas.openxmlformats.org/officeDocument/2006/relationships/customXml" Target="../customXml/item91.xml"/><Relationship Id="rId145" Type="http://schemas.openxmlformats.org/officeDocument/2006/relationships/customXml" Target="../customXml/item145.xml"/><Relationship Id="rId166" Type="http://schemas.openxmlformats.org/officeDocument/2006/relationships/customXml" Target="../customXml/item166.xml"/><Relationship Id="rId187" Type="http://schemas.openxmlformats.org/officeDocument/2006/relationships/customXml" Target="../customXml/item187.xml"/><Relationship Id="rId1" Type="http://schemas.openxmlformats.org/officeDocument/2006/relationships/customXml" Target="../customXml/item1.xml"/><Relationship Id="rId212" Type="http://schemas.openxmlformats.org/officeDocument/2006/relationships/customXml" Target="../customXml/item212.xml"/><Relationship Id="rId233" Type="http://schemas.openxmlformats.org/officeDocument/2006/relationships/customXml" Target="../customXml/item233.xml"/><Relationship Id="rId254" Type="http://schemas.openxmlformats.org/officeDocument/2006/relationships/customXml" Target="../customXml/item254.xml"/><Relationship Id="rId28" Type="http://schemas.openxmlformats.org/officeDocument/2006/relationships/customXml" Target="../customXml/item28.xml"/><Relationship Id="rId49" Type="http://schemas.openxmlformats.org/officeDocument/2006/relationships/customXml" Target="../customXml/item49.xml"/><Relationship Id="rId114" Type="http://schemas.openxmlformats.org/officeDocument/2006/relationships/customXml" Target="../customXml/item114.xml"/><Relationship Id="rId275" Type="http://schemas.openxmlformats.org/officeDocument/2006/relationships/slide" Target="slides/slide14.xml"/><Relationship Id="rId296" Type="http://schemas.openxmlformats.org/officeDocument/2006/relationships/notesMaster" Target="notesMasters/notesMaster1.xml"/><Relationship Id="rId300" Type="http://schemas.openxmlformats.org/officeDocument/2006/relationships/viewProps" Target="viewProps.xml"/><Relationship Id="rId60" Type="http://schemas.openxmlformats.org/officeDocument/2006/relationships/customXml" Target="../customXml/item60.xml"/><Relationship Id="rId81" Type="http://schemas.openxmlformats.org/officeDocument/2006/relationships/customXml" Target="../customXml/item81.xml"/><Relationship Id="rId135" Type="http://schemas.openxmlformats.org/officeDocument/2006/relationships/customXml" Target="../customXml/item135.xml"/><Relationship Id="rId156" Type="http://schemas.openxmlformats.org/officeDocument/2006/relationships/customXml" Target="../customXml/item156.xml"/><Relationship Id="rId177" Type="http://schemas.openxmlformats.org/officeDocument/2006/relationships/customXml" Target="../customXml/item177.xml"/><Relationship Id="rId198" Type="http://schemas.openxmlformats.org/officeDocument/2006/relationships/customXml" Target="../customXml/item198.xml"/><Relationship Id="rId202" Type="http://schemas.openxmlformats.org/officeDocument/2006/relationships/customXml" Target="../customXml/item202.xml"/><Relationship Id="rId223" Type="http://schemas.openxmlformats.org/officeDocument/2006/relationships/customXml" Target="../customXml/item223.xml"/><Relationship Id="rId244" Type="http://schemas.openxmlformats.org/officeDocument/2006/relationships/customXml" Target="../customXml/item244.xml"/><Relationship Id="rId18" Type="http://schemas.openxmlformats.org/officeDocument/2006/relationships/customXml" Target="../customXml/item18.xml"/><Relationship Id="rId39" Type="http://schemas.openxmlformats.org/officeDocument/2006/relationships/customXml" Target="../customXml/item39.xml"/><Relationship Id="rId265" Type="http://schemas.openxmlformats.org/officeDocument/2006/relationships/slide" Target="slides/slide4.xml"/><Relationship Id="rId286" Type="http://schemas.openxmlformats.org/officeDocument/2006/relationships/slide" Target="slides/slide25.xml"/><Relationship Id="rId50" Type="http://schemas.openxmlformats.org/officeDocument/2006/relationships/customXml" Target="../customXml/item50.xml"/><Relationship Id="rId104" Type="http://schemas.openxmlformats.org/officeDocument/2006/relationships/customXml" Target="../customXml/item104.xml"/><Relationship Id="rId125" Type="http://schemas.openxmlformats.org/officeDocument/2006/relationships/customXml" Target="../customXml/item125.xml"/><Relationship Id="rId146" Type="http://schemas.openxmlformats.org/officeDocument/2006/relationships/customXml" Target="../customXml/item146.xml"/><Relationship Id="rId167" Type="http://schemas.openxmlformats.org/officeDocument/2006/relationships/customXml" Target="../customXml/item167.xml"/><Relationship Id="rId188" Type="http://schemas.openxmlformats.org/officeDocument/2006/relationships/customXml" Target="../customXml/item188.xml"/><Relationship Id="rId71" Type="http://schemas.openxmlformats.org/officeDocument/2006/relationships/customXml" Target="../customXml/item71.xml"/><Relationship Id="rId92" Type="http://schemas.openxmlformats.org/officeDocument/2006/relationships/customXml" Target="../customXml/item92.xml"/><Relationship Id="rId213" Type="http://schemas.openxmlformats.org/officeDocument/2006/relationships/customXml" Target="../customXml/item213.xml"/><Relationship Id="rId234" Type="http://schemas.openxmlformats.org/officeDocument/2006/relationships/customXml" Target="../customXml/item234.xml"/><Relationship Id="rId2" Type="http://schemas.openxmlformats.org/officeDocument/2006/relationships/customXml" Target="../customXml/item2.xml"/><Relationship Id="rId29" Type="http://schemas.openxmlformats.org/officeDocument/2006/relationships/customXml" Target="../customXml/item29.xml"/><Relationship Id="rId255" Type="http://schemas.openxmlformats.org/officeDocument/2006/relationships/customXml" Target="../customXml/item255.xml"/><Relationship Id="rId276" Type="http://schemas.openxmlformats.org/officeDocument/2006/relationships/slide" Target="slides/slide15.xml"/><Relationship Id="rId297" Type="http://schemas.openxmlformats.org/officeDocument/2006/relationships/handoutMaster" Target="handoutMasters/handoutMaster1.xml"/><Relationship Id="rId40" Type="http://schemas.openxmlformats.org/officeDocument/2006/relationships/customXml" Target="../customXml/item40.xml"/><Relationship Id="rId115" Type="http://schemas.openxmlformats.org/officeDocument/2006/relationships/customXml" Target="../customXml/item115.xml"/><Relationship Id="rId136" Type="http://schemas.openxmlformats.org/officeDocument/2006/relationships/customXml" Target="../customXml/item136.xml"/><Relationship Id="rId157" Type="http://schemas.openxmlformats.org/officeDocument/2006/relationships/customXml" Target="../customXml/item157.xml"/><Relationship Id="rId178" Type="http://schemas.openxmlformats.org/officeDocument/2006/relationships/customXml" Target="../customXml/item178.xml"/><Relationship Id="rId301" Type="http://schemas.openxmlformats.org/officeDocument/2006/relationships/theme" Target="theme/theme1.xml"/><Relationship Id="rId61" Type="http://schemas.openxmlformats.org/officeDocument/2006/relationships/customXml" Target="../customXml/item61.xml"/><Relationship Id="rId82" Type="http://schemas.openxmlformats.org/officeDocument/2006/relationships/customXml" Target="../customXml/item82.xml"/><Relationship Id="rId199" Type="http://schemas.openxmlformats.org/officeDocument/2006/relationships/customXml" Target="../customXml/item199.xml"/><Relationship Id="rId203" Type="http://schemas.openxmlformats.org/officeDocument/2006/relationships/customXml" Target="../customXml/item203.xml"/><Relationship Id="rId19" Type="http://schemas.openxmlformats.org/officeDocument/2006/relationships/customXml" Target="../customXml/item19.xml"/><Relationship Id="rId224" Type="http://schemas.openxmlformats.org/officeDocument/2006/relationships/customXml" Target="../customXml/item224.xml"/><Relationship Id="rId245" Type="http://schemas.openxmlformats.org/officeDocument/2006/relationships/customXml" Target="../customXml/item245.xml"/><Relationship Id="rId266" Type="http://schemas.openxmlformats.org/officeDocument/2006/relationships/slide" Target="slides/slide5.xml"/><Relationship Id="rId287" Type="http://schemas.openxmlformats.org/officeDocument/2006/relationships/slide" Target="slides/slide26.xml"/><Relationship Id="rId30" Type="http://schemas.openxmlformats.org/officeDocument/2006/relationships/customXml" Target="../customXml/item30.xml"/><Relationship Id="rId105" Type="http://schemas.openxmlformats.org/officeDocument/2006/relationships/customXml" Target="../customXml/item105.xml"/><Relationship Id="rId126" Type="http://schemas.openxmlformats.org/officeDocument/2006/relationships/customXml" Target="../customXml/item126.xml"/><Relationship Id="rId147" Type="http://schemas.openxmlformats.org/officeDocument/2006/relationships/customXml" Target="../customXml/item147.xml"/><Relationship Id="rId168" Type="http://schemas.openxmlformats.org/officeDocument/2006/relationships/customXml" Target="../customXml/item168.xml"/><Relationship Id="rId51" Type="http://schemas.openxmlformats.org/officeDocument/2006/relationships/customXml" Target="../customXml/item51.xml"/><Relationship Id="rId72" Type="http://schemas.openxmlformats.org/officeDocument/2006/relationships/customXml" Target="../customXml/item72.xml"/><Relationship Id="rId93" Type="http://schemas.openxmlformats.org/officeDocument/2006/relationships/customXml" Target="../customXml/item93.xml"/><Relationship Id="rId189" Type="http://schemas.openxmlformats.org/officeDocument/2006/relationships/customXml" Target="../customXml/item189.xml"/><Relationship Id="rId3" Type="http://schemas.openxmlformats.org/officeDocument/2006/relationships/customXml" Target="../customXml/item3.xml"/><Relationship Id="rId214" Type="http://schemas.openxmlformats.org/officeDocument/2006/relationships/customXml" Target="../customXml/item214.xml"/><Relationship Id="rId235" Type="http://schemas.openxmlformats.org/officeDocument/2006/relationships/customXml" Target="../customXml/item235.xml"/><Relationship Id="rId256" Type="http://schemas.openxmlformats.org/officeDocument/2006/relationships/customXml" Target="../customXml/item256.xml"/><Relationship Id="rId277" Type="http://schemas.openxmlformats.org/officeDocument/2006/relationships/slide" Target="slides/slide16.xml"/><Relationship Id="rId298" Type="http://schemas.openxmlformats.org/officeDocument/2006/relationships/commentAuthors" Target="commentAuthors.xml"/><Relationship Id="rId116" Type="http://schemas.openxmlformats.org/officeDocument/2006/relationships/customXml" Target="../customXml/item116.xml"/><Relationship Id="rId137" Type="http://schemas.openxmlformats.org/officeDocument/2006/relationships/customXml" Target="../customXml/item137.xml"/><Relationship Id="rId158" Type="http://schemas.openxmlformats.org/officeDocument/2006/relationships/customXml" Target="../customXml/item158.xml"/><Relationship Id="rId302" Type="http://schemas.openxmlformats.org/officeDocument/2006/relationships/tableStyles" Target="tableStyles.xml"/><Relationship Id="rId20" Type="http://schemas.openxmlformats.org/officeDocument/2006/relationships/customXml" Target="../customXml/item20.xml"/><Relationship Id="rId41" Type="http://schemas.openxmlformats.org/officeDocument/2006/relationships/customXml" Target="../customXml/item41.xml"/><Relationship Id="rId62" Type="http://schemas.openxmlformats.org/officeDocument/2006/relationships/customXml" Target="../customXml/item62.xml"/><Relationship Id="rId83" Type="http://schemas.openxmlformats.org/officeDocument/2006/relationships/customXml" Target="../customXml/item83.xml"/><Relationship Id="rId179" Type="http://schemas.openxmlformats.org/officeDocument/2006/relationships/customXml" Target="../customXml/item179.xml"/><Relationship Id="rId190" Type="http://schemas.openxmlformats.org/officeDocument/2006/relationships/customXml" Target="../customXml/item190.xml"/><Relationship Id="rId204" Type="http://schemas.openxmlformats.org/officeDocument/2006/relationships/customXml" Target="../customXml/item204.xml"/><Relationship Id="rId225" Type="http://schemas.openxmlformats.org/officeDocument/2006/relationships/customXml" Target="../customXml/item225.xml"/><Relationship Id="rId246" Type="http://schemas.openxmlformats.org/officeDocument/2006/relationships/customXml" Target="../customXml/item246.xml"/><Relationship Id="rId267" Type="http://schemas.openxmlformats.org/officeDocument/2006/relationships/slide" Target="slides/slide6.xml"/><Relationship Id="rId288" Type="http://schemas.openxmlformats.org/officeDocument/2006/relationships/slide" Target="slides/slide27.xml"/><Relationship Id="rId106" Type="http://schemas.openxmlformats.org/officeDocument/2006/relationships/customXml" Target="../customXml/item106.xml"/><Relationship Id="rId127" Type="http://schemas.openxmlformats.org/officeDocument/2006/relationships/customXml" Target="../customXml/item127.xml"/><Relationship Id="rId10" Type="http://schemas.openxmlformats.org/officeDocument/2006/relationships/customXml" Target="../customXml/item10.xml"/><Relationship Id="rId31" Type="http://schemas.openxmlformats.org/officeDocument/2006/relationships/customXml" Target="../customXml/item31.xml"/><Relationship Id="rId52" Type="http://schemas.openxmlformats.org/officeDocument/2006/relationships/customXml" Target="../customXml/item52.xml"/><Relationship Id="rId73" Type="http://schemas.openxmlformats.org/officeDocument/2006/relationships/customXml" Target="../customXml/item73.xml"/><Relationship Id="rId94" Type="http://schemas.openxmlformats.org/officeDocument/2006/relationships/customXml" Target="../customXml/item94.xml"/><Relationship Id="rId148" Type="http://schemas.openxmlformats.org/officeDocument/2006/relationships/customXml" Target="../customXml/item148.xml"/><Relationship Id="rId169" Type="http://schemas.openxmlformats.org/officeDocument/2006/relationships/customXml" Target="../customXml/item169.xml"/><Relationship Id="rId4" Type="http://schemas.openxmlformats.org/officeDocument/2006/relationships/customXml" Target="../customXml/item4.xml"/><Relationship Id="rId180" Type="http://schemas.openxmlformats.org/officeDocument/2006/relationships/customXml" Target="../customXml/item180.xml"/><Relationship Id="rId215" Type="http://schemas.openxmlformats.org/officeDocument/2006/relationships/customXml" Target="../customXml/item215.xml"/><Relationship Id="rId236" Type="http://schemas.openxmlformats.org/officeDocument/2006/relationships/customXml" Target="../customXml/item236.xml"/><Relationship Id="rId257" Type="http://schemas.openxmlformats.org/officeDocument/2006/relationships/customXml" Target="../customXml/item257.xml"/><Relationship Id="rId278" Type="http://schemas.openxmlformats.org/officeDocument/2006/relationships/slide" Target="slides/slide17.xml"/><Relationship Id="rId42" Type="http://schemas.openxmlformats.org/officeDocument/2006/relationships/customXml" Target="../customXml/item42.xml"/><Relationship Id="rId84" Type="http://schemas.openxmlformats.org/officeDocument/2006/relationships/customXml" Target="../customXml/item84.xml"/><Relationship Id="rId138" Type="http://schemas.openxmlformats.org/officeDocument/2006/relationships/customXml" Target="../customXml/item138.xml"/><Relationship Id="rId191" Type="http://schemas.openxmlformats.org/officeDocument/2006/relationships/customXml" Target="../customXml/item191.xml"/><Relationship Id="rId205" Type="http://schemas.openxmlformats.org/officeDocument/2006/relationships/customXml" Target="../customXml/item205.xml"/><Relationship Id="rId247" Type="http://schemas.openxmlformats.org/officeDocument/2006/relationships/customXml" Target="../customXml/item247.xml"/><Relationship Id="rId107" Type="http://schemas.openxmlformats.org/officeDocument/2006/relationships/customXml" Target="../customXml/item107.xml"/><Relationship Id="rId289" Type="http://schemas.openxmlformats.org/officeDocument/2006/relationships/slide" Target="slides/slide28.xml"/><Relationship Id="rId11" Type="http://schemas.openxmlformats.org/officeDocument/2006/relationships/customXml" Target="../customXml/item11.xml"/><Relationship Id="rId53" Type="http://schemas.openxmlformats.org/officeDocument/2006/relationships/customXml" Target="../customXml/item53.xml"/><Relationship Id="rId149" Type="http://schemas.openxmlformats.org/officeDocument/2006/relationships/customXml" Target="../customXml/item149.xml"/><Relationship Id="rId95" Type="http://schemas.openxmlformats.org/officeDocument/2006/relationships/customXml" Target="../customXml/item95.xml"/><Relationship Id="rId160" Type="http://schemas.openxmlformats.org/officeDocument/2006/relationships/customXml" Target="../customXml/item160.xml"/><Relationship Id="rId216" Type="http://schemas.openxmlformats.org/officeDocument/2006/relationships/customXml" Target="../customXml/item216.xml"/><Relationship Id="rId258" Type="http://schemas.openxmlformats.org/officeDocument/2006/relationships/customXml" Target="../customXml/item258.xml"/><Relationship Id="rId22" Type="http://schemas.openxmlformats.org/officeDocument/2006/relationships/customXml" Target="../customXml/item22.xml"/><Relationship Id="rId64" Type="http://schemas.openxmlformats.org/officeDocument/2006/relationships/customXml" Target="../customXml/item64.xml"/><Relationship Id="rId118" Type="http://schemas.openxmlformats.org/officeDocument/2006/relationships/customXml" Target="../customXml/item118.xml"/><Relationship Id="rId171" Type="http://schemas.openxmlformats.org/officeDocument/2006/relationships/customXml" Target="../customXml/item171.xml"/><Relationship Id="rId227" Type="http://schemas.openxmlformats.org/officeDocument/2006/relationships/customXml" Target="../customXml/item227.xml"/><Relationship Id="rId269" Type="http://schemas.openxmlformats.org/officeDocument/2006/relationships/slide" Target="slides/slide8.xml"/><Relationship Id="rId33" Type="http://schemas.openxmlformats.org/officeDocument/2006/relationships/customXml" Target="../customXml/item33.xml"/><Relationship Id="rId129" Type="http://schemas.openxmlformats.org/officeDocument/2006/relationships/customXml" Target="../customXml/item129.xml"/><Relationship Id="rId280" Type="http://schemas.openxmlformats.org/officeDocument/2006/relationships/slide" Target="slides/slide19.xml"/><Relationship Id="rId75" Type="http://schemas.openxmlformats.org/officeDocument/2006/relationships/customXml" Target="../customXml/item75.xml"/><Relationship Id="rId140" Type="http://schemas.openxmlformats.org/officeDocument/2006/relationships/customXml" Target="../customXml/item140.xml"/><Relationship Id="rId182" Type="http://schemas.openxmlformats.org/officeDocument/2006/relationships/customXml" Target="../customXml/item18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4029282" cy="35195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265014" y="0"/>
            <a:ext cx="4029282" cy="35195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07BA8AA-B140-4C05-B110-16B73AEE0D54}" type="datetimeFigureOut">
              <a:rPr lang="en-US" smtClean="0"/>
              <a:t>6/28/21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6658444"/>
            <a:ext cx="4029282" cy="35195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265014" y="6658444"/>
            <a:ext cx="4029282" cy="35195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1C876E-B4BA-42D6-A493-E39A4391F7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961908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4029282" cy="35195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265014" y="0"/>
            <a:ext cx="4029282" cy="35195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43FE5F-0763-492E-9770-B6215C69D7D5}" type="datetimeFigureOut">
              <a:rPr lang="en-US" smtClean="0"/>
              <a:t>6/28/21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546350" y="876300"/>
            <a:ext cx="4203700" cy="23653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30482" y="3373516"/>
            <a:ext cx="7435436" cy="276058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6658444"/>
            <a:ext cx="4029282" cy="35195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265014" y="6658444"/>
            <a:ext cx="4029282" cy="35195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F4A91F-2945-45F1-8EC0-1F7040E242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157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3919" indent="-173919">
              <a:buFont typeface="Arial" panose="020B0604020202020204" pitchFamily="34" charset="0"/>
              <a:buChar char="•"/>
            </a:pPr>
            <a:r>
              <a:rPr lang="en-US" dirty="0"/>
              <a:t>This is probably the area where we have made the most significant changes</a:t>
            </a:r>
            <a:r>
              <a:rPr lang="en-US" baseline="0" dirty="0"/>
              <a:t> from what we had been doing prior to forming NG</a:t>
            </a:r>
          </a:p>
          <a:p>
            <a:pPr marL="637703" lvl="1" indent="-173919">
              <a:buFont typeface="Arial" panose="020B0604020202020204" pitchFamily="34" charset="0"/>
              <a:buChar char="•"/>
            </a:pPr>
            <a:r>
              <a:rPr lang="en-US" baseline="0" dirty="0"/>
              <a:t>Definitely the most impactful change we have made when it comes to </a:t>
            </a:r>
          </a:p>
          <a:p>
            <a:pPr marL="1101486" lvl="2" indent="-173919">
              <a:buFont typeface="Arial" panose="020B0604020202020204" pitchFamily="34" charset="0"/>
              <a:buChar char="•"/>
            </a:pPr>
            <a:r>
              <a:rPr lang="en-US" baseline="0" dirty="0"/>
              <a:t>our ability to manage the complexity of the software we are building </a:t>
            </a:r>
          </a:p>
          <a:p>
            <a:pPr marL="1101486" lvl="2" indent="-173919">
              <a:buFont typeface="Arial" panose="020B0604020202020204" pitchFamily="34" charset="0"/>
              <a:buChar char="•"/>
            </a:pPr>
            <a:r>
              <a:rPr lang="en-US" baseline="0" dirty="0"/>
              <a:t>and the </a:t>
            </a:r>
            <a:r>
              <a:rPr lang="en-US" baseline="0" dirty="0" err="1"/>
              <a:t>funability</a:t>
            </a:r>
            <a:r>
              <a:rPr lang="en-US" baseline="0" dirty="0"/>
              <a:t> factor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D500F4F-EC97-467B-9861-F8BD2FC1B42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66352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Volatility-based decomposition</a:t>
            </a:r>
            <a:r>
              <a:rPr lang="en-US" baseline="0" dirty="0"/>
              <a:t> as opposed to O-O or Functional</a:t>
            </a:r>
            <a:endParaRPr lang="en-US" dirty="0"/>
          </a:p>
          <a:p>
            <a:r>
              <a:rPr lang="en-US" dirty="0"/>
              <a:t>Designing</a:t>
            </a:r>
            <a:r>
              <a:rPr lang="en-US" baseline="0" dirty="0"/>
              <a:t> to interfaces/contracts</a:t>
            </a:r>
          </a:p>
          <a:p>
            <a:r>
              <a:rPr lang="en-US" baseline="0" dirty="0"/>
              <a:t>3-4 abstract roles that classes can have</a:t>
            </a:r>
          </a:p>
          <a:p>
            <a:r>
              <a:rPr lang="en-US" baseline="0" dirty="0"/>
              <a:t>Stateless business logic classes</a:t>
            </a:r>
          </a:p>
          <a:p>
            <a:r>
              <a:rPr lang="en-US" baseline="0" dirty="0"/>
              <a:t>Data contracts</a:t>
            </a:r>
          </a:p>
          <a:p>
            <a:endParaRPr lang="en-US" baseline="0" dirty="0"/>
          </a:p>
          <a:p>
            <a:endParaRPr lang="en-US" baseline="0" dirty="0"/>
          </a:p>
          <a:p>
            <a:r>
              <a:rPr lang="en-US" dirty="0"/>
              <a:t>Do you have a 1 or 2 sentence explanation for how </a:t>
            </a:r>
            <a:r>
              <a:rPr lang="en-US" dirty="0" err="1"/>
              <a:t>IDesign</a:t>
            </a:r>
            <a:r>
              <a:rPr lang="en-US" dirty="0"/>
              <a:t> is different than n-tier?  I suspect many in the room have done n-tier and would hate for them to look at this and think it’s simply a </a:t>
            </a:r>
            <a:r>
              <a:rPr lang="en-US" dirty="0" err="1"/>
              <a:t>diferent</a:t>
            </a:r>
            <a:r>
              <a:rPr lang="en-US" dirty="0"/>
              <a:t> name for n-tier.</a:t>
            </a:r>
          </a:p>
          <a:p>
            <a:r>
              <a:rPr lang="en-US" dirty="0"/>
              <a:t> </a:t>
            </a:r>
          </a:p>
          <a:p>
            <a:r>
              <a:rPr lang="en-US" dirty="0"/>
              <a:t>Slide 17: You might spend a little time speaking to how this helps both onboard developers and </a:t>
            </a:r>
            <a:r>
              <a:rPr lang="en-US" dirty="0" err="1"/>
              <a:t>allos</a:t>
            </a:r>
            <a:r>
              <a:rPr lang="en-US" dirty="0"/>
              <a:t> us to respond to change (I suspect you already are)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D500F4F-EC97-467B-9861-F8BD2FC1B42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68808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Captures all the services that make up the system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07D9B4-0A2F-481F-A71A-C3E9F5BF5C02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81574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Captures all the services that make up the system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07D9B4-0A2F-481F-A71A-C3E9F5BF5C02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51442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Captures all the services that make up the system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07D9B4-0A2F-481F-A71A-C3E9F5BF5C02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23988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26388-B9E3-482D-8BF2-8E3390EDE63F}" type="datetimeFigureOut">
              <a:rPr lang="en-US" smtClean="0"/>
              <a:t>6/28/21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12878-D1AB-4BC7-B8C7-433526DA93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58747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26388-B9E3-482D-8BF2-8E3390EDE63F}" type="datetimeFigureOut">
              <a:rPr lang="en-US" smtClean="0"/>
              <a:t>6/28/21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12878-D1AB-4BC7-B8C7-433526DA93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77682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26388-B9E3-482D-8BF2-8E3390EDE63F}" type="datetimeFigureOut">
              <a:rPr lang="en-US" smtClean="0"/>
              <a:t>6/28/21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12878-D1AB-4BC7-B8C7-433526DA93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58573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26388-B9E3-482D-8BF2-8E3390EDE63F}" type="datetimeFigureOut">
              <a:rPr lang="en-US" smtClean="0"/>
              <a:t>6/28/21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12878-D1AB-4BC7-B8C7-433526DA93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12646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26388-B9E3-482D-8BF2-8E3390EDE63F}" type="datetimeFigureOut">
              <a:rPr lang="en-US" smtClean="0"/>
              <a:t>6/28/21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12878-D1AB-4BC7-B8C7-433526DA93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85886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26388-B9E3-482D-8BF2-8E3390EDE63F}" type="datetimeFigureOut">
              <a:rPr lang="en-US" smtClean="0"/>
              <a:t>6/28/21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12878-D1AB-4BC7-B8C7-433526DA93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9106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26388-B9E3-482D-8BF2-8E3390EDE63F}" type="datetimeFigureOut">
              <a:rPr lang="en-US" smtClean="0"/>
              <a:t>6/28/21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12878-D1AB-4BC7-B8C7-433526DA93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7355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26388-B9E3-482D-8BF2-8E3390EDE63F}" type="datetimeFigureOut">
              <a:rPr lang="en-US" smtClean="0"/>
              <a:t>6/28/21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12878-D1AB-4BC7-B8C7-433526DA93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99105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26388-B9E3-482D-8BF2-8E3390EDE63F}" type="datetimeFigureOut">
              <a:rPr lang="en-US" smtClean="0"/>
              <a:t>6/28/21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12878-D1AB-4BC7-B8C7-433526DA93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7929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26388-B9E3-482D-8BF2-8E3390EDE63F}" type="datetimeFigureOut">
              <a:rPr lang="en-US" smtClean="0"/>
              <a:t>6/28/21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12878-D1AB-4BC7-B8C7-433526DA93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77203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26388-B9E3-482D-8BF2-8E3390EDE63F}" type="datetimeFigureOut">
              <a:rPr lang="en-US" smtClean="0"/>
              <a:t>6/28/21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12878-D1AB-4BC7-B8C7-433526DA93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10693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D26388-B9E3-482D-8BF2-8E3390EDE63F}" type="datetimeFigureOut">
              <a:rPr lang="en-US" smtClean="0"/>
              <a:t>6/28/21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D12878-D1AB-4BC7-B8C7-433526DA935B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02233" y="6307940"/>
            <a:ext cx="924997" cy="461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7181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customXml" Target="../../customXml/item39.xml"/><Relationship Id="rId3" Type="http://schemas.openxmlformats.org/officeDocument/2006/relationships/customXml" Target="../../customXml/item134.xml"/><Relationship Id="rId7" Type="http://schemas.openxmlformats.org/officeDocument/2006/relationships/customXml" Target="../../customXml/item136.xml"/><Relationship Id="rId2" Type="http://schemas.openxmlformats.org/officeDocument/2006/relationships/customXml" Target="../../customXml/item129.xml"/><Relationship Id="rId1" Type="http://schemas.openxmlformats.org/officeDocument/2006/relationships/customXml" Target="../../customXml/item70.xml"/><Relationship Id="rId6" Type="http://schemas.openxmlformats.org/officeDocument/2006/relationships/customXml" Target="../../customXml/item243.xml"/><Relationship Id="rId5" Type="http://schemas.openxmlformats.org/officeDocument/2006/relationships/customXml" Target="../../customXml/item47.xml"/><Relationship Id="rId10" Type="http://schemas.openxmlformats.org/officeDocument/2006/relationships/slideLayout" Target="../slideLayouts/slideLayout2.xml"/><Relationship Id="rId4" Type="http://schemas.openxmlformats.org/officeDocument/2006/relationships/customXml" Target="../../customXml/item56.xml"/><Relationship Id="rId9" Type="http://schemas.openxmlformats.org/officeDocument/2006/relationships/customXml" Target="../../customXml/item2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customXml" Target="../../customXml/item223.xml"/><Relationship Id="rId13" Type="http://schemas.openxmlformats.org/officeDocument/2006/relationships/customXml" Target="../../customXml/item37.xml"/><Relationship Id="rId3" Type="http://schemas.openxmlformats.org/officeDocument/2006/relationships/customXml" Target="../../customXml/item206.xml"/><Relationship Id="rId7" Type="http://schemas.openxmlformats.org/officeDocument/2006/relationships/customXml" Target="../../customXml/item78.xml"/><Relationship Id="rId12" Type="http://schemas.openxmlformats.org/officeDocument/2006/relationships/customXml" Target="../../customXml/item5.xml"/><Relationship Id="rId2" Type="http://schemas.openxmlformats.org/officeDocument/2006/relationships/customXml" Target="../../customXml/item6.xml"/><Relationship Id="rId16" Type="http://schemas.openxmlformats.org/officeDocument/2006/relationships/slideLayout" Target="../slideLayouts/slideLayout2.xml"/><Relationship Id="rId1" Type="http://schemas.openxmlformats.org/officeDocument/2006/relationships/customXml" Target="../../customXml/item82.xml"/><Relationship Id="rId6" Type="http://schemas.openxmlformats.org/officeDocument/2006/relationships/customXml" Target="../../customXml/item122.xml"/><Relationship Id="rId11" Type="http://schemas.openxmlformats.org/officeDocument/2006/relationships/customXml" Target="../../customXml/item64.xml"/><Relationship Id="rId5" Type="http://schemas.openxmlformats.org/officeDocument/2006/relationships/customXml" Target="../../customXml/item123.xml"/><Relationship Id="rId15" Type="http://schemas.openxmlformats.org/officeDocument/2006/relationships/customXml" Target="../../customXml/item111.xml"/><Relationship Id="rId10" Type="http://schemas.openxmlformats.org/officeDocument/2006/relationships/customXml" Target="../../customXml/item149.xml"/><Relationship Id="rId4" Type="http://schemas.openxmlformats.org/officeDocument/2006/relationships/customXml" Target="../../customXml/item25.xml"/><Relationship Id="rId9" Type="http://schemas.openxmlformats.org/officeDocument/2006/relationships/customXml" Target="../../customXml/item32.xml"/><Relationship Id="rId14" Type="http://schemas.openxmlformats.org/officeDocument/2006/relationships/customXml" Target="../../customXml/item19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customXml" Target="../../customXml/item224.xml"/><Relationship Id="rId13" Type="http://schemas.openxmlformats.org/officeDocument/2006/relationships/customXml" Target="../../customXml/item229.xml"/><Relationship Id="rId3" Type="http://schemas.openxmlformats.org/officeDocument/2006/relationships/customXml" Target="../../customXml/item50.xml"/><Relationship Id="rId7" Type="http://schemas.openxmlformats.org/officeDocument/2006/relationships/customXml" Target="../../customXml/item73.xml"/><Relationship Id="rId12" Type="http://schemas.openxmlformats.org/officeDocument/2006/relationships/customXml" Target="../../customXml/item238.xml"/><Relationship Id="rId2" Type="http://schemas.openxmlformats.org/officeDocument/2006/relationships/customXml" Target="../../customXml/item143.xml"/><Relationship Id="rId16" Type="http://schemas.openxmlformats.org/officeDocument/2006/relationships/slideLayout" Target="../slideLayouts/slideLayout2.xml"/><Relationship Id="rId1" Type="http://schemas.openxmlformats.org/officeDocument/2006/relationships/customXml" Target="../../customXml/item159.xml"/><Relationship Id="rId6" Type="http://schemas.openxmlformats.org/officeDocument/2006/relationships/customXml" Target="../../customXml/item121.xml"/><Relationship Id="rId11" Type="http://schemas.openxmlformats.org/officeDocument/2006/relationships/customXml" Target="../../customXml/item10.xml"/><Relationship Id="rId5" Type="http://schemas.openxmlformats.org/officeDocument/2006/relationships/customXml" Target="../../customXml/item180.xml"/><Relationship Id="rId15" Type="http://schemas.openxmlformats.org/officeDocument/2006/relationships/customXml" Target="../../customXml/item246.xml"/><Relationship Id="rId10" Type="http://schemas.openxmlformats.org/officeDocument/2006/relationships/customXml" Target="../../customXml/item225.xml"/><Relationship Id="rId4" Type="http://schemas.openxmlformats.org/officeDocument/2006/relationships/customXml" Target="../../customXml/item131.xml"/><Relationship Id="rId9" Type="http://schemas.openxmlformats.org/officeDocument/2006/relationships/customXml" Target="../../customXml/item166.xml"/><Relationship Id="rId14" Type="http://schemas.openxmlformats.org/officeDocument/2006/relationships/customXml" Target="../../customXml/item87.xml"/></Relationships>
</file>

<file path=ppt/slides/_rels/slide22.xml.rels><?xml version="1.0" encoding="UTF-8" standalone="yes"?>
<Relationships xmlns="http://schemas.openxmlformats.org/package/2006/relationships"><Relationship Id="rId13" Type="http://schemas.openxmlformats.org/officeDocument/2006/relationships/customXml" Target="../../customXml/item28.xml"/><Relationship Id="rId18" Type="http://schemas.openxmlformats.org/officeDocument/2006/relationships/customXml" Target="../../customXml/item219.xml"/><Relationship Id="rId26" Type="http://schemas.openxmlformats.org/officeDocument/2006/relationships/customXml" Target="../../customXml/item190.xml"/><Relationship Id="rId39" Type="http://schemas.openxmlformats.org/officeDocument/2006/relationships/customXml" Target="../../customXml/item13.xml"/><Relationship Id="rId21" Type="http://schemas.openxmlformats.org/officeDocument/2006/relationships/customXml" Target="../../customXml/item215.xml"/><Relationship Id="rId34" Type="http://schemas.openxmlformats.org/officeDocument/2006/relationships/customXml" Target="../../customXml/item209.xml"/><Relationship Id="rId7" Type="http://schemas.openxmlformats.org/officeDocument/2006/relationships/customXml" Target="../../customXml/item153.xml"/><Relationship Id="rId12" Type="http://schemas.openxmlformats.org/officeDocument/2006/relationships/customXml" Target="../../customXml/item155.xml"/><Relationship Id="rId17" Type="http://schemas.openxmlformats.org/officeDocument/2006/relationships/customXml" Target="../../customXml/item12.xml"/><Relationship Id="rId25" Type="http://schemas.openxmlformats.org/officeDocument/2006/relationships/customXml" Target="../../customXml/item156.xml"/><Relationship Id="rId33" Type="http://schemas.openxmlformats.org/officeDocument/2006/relationships/customXml" Target="../../customXml/item97.xml"/><Relationship Id="rId38" Type="http://schemas.openxmlformats.org/officeDocument/2006/relationships/customXml" Target="../../customXml/item60.xml"/><Relationship Id="rId2" Type="http://schemas.openxmlformats.org/officeDocument/2006/relationships/customXml" Target="../../customXml/item119.xml"/><Relationship Id="rId16" Type="http://schemas.openxmlformats.org/officeDocument/2006/relationships/customXml" Target="../../customXml/item130.xml"/><Relationship Id="rId20" Type="http://schemas.openxmlformats.org/officeDocument/2006/relationships/customXml" Target="../../customXml/item98.xml"/><Relationship Id="rId29" Type="http://schemas.openxmlformats.org/officeDocument/2006/relationships/customXml" Target="../../customXml/item189.xml"/><Relationship Id="rId1" Type="http://schemas.openxmlformats.org/officeDocument/2006/relationships/customXml" Target="../../customXml/item132.xml"/><Relationship Id="rId6" Type="http://schemas.openxmlformats.org/officeDocument/2006/relationships/customXml" Target="../../customXml/item200.xml"/><Relationship Id="rId11" Type="http://schemas.openxmlformats.org/officeDocument/2006/relationships/customXml" Target="../../customXml/item234.xml"/><Relationship Id="rId24" Type="http://schemas.openxmlformats.org/officeDocument/2006/relationships/customXml" Target="../../customXml/item211.xml"/><Relationship Id="rId32" Type="http://schemas.openxmlformats.org/officeDocument/2006/relationships/customXml" Target="../../customXml/item174.xml"/><Relationship Id="rId37" Type="http://schemas.openxmlformats.org/officeDocument/2006/relationships/customXml" Target="../../customXml/item75.xml"/><Relationship Id="rId40" Type="http://schemas.openxmlformats.org/officeDocument/2006/relationships/slideLayout" Target="../slideLayouts/slideLayout2.xml"/><Relationship Id="rId5" Type="http://schemas.openxmlformats.org/officeDocument/2006/relationships/customXml" Target="../../customXml/item65.xml"/><Relationship Id="rId15" Type="http://schemas.openxmlformats.org/officeDocument/2006/relationships/customXml" Target="../../customXml/item17.xml"/><Relationship Id="rId23" Type="http://schemas.openxmlformats.org/officeDocument/2006/relationships/customXml" Target="../../customXml/item184.xml"/><Relationship Id="rId28" Type="http://schemas.openxmlformats.org/officeDocument/2006/relationships/customXml" Target="../../customXml/item4.xml"/><Relationship Id="rId36" Type="http://schemas.openxmlformats.org/officeDocument/2006/relationships/customXml" Target="../../customXml/item66.xml"/><Relationship Id="rId10" Type="http://schemas.openxmlformats.org/officeDocument/2006/relationships/customXml" Target="../../customXml/item91.xml"/><Relationship Id="rId19" Type="http://schemas.openxmlformats.org/officeDocument/2006/relationships/customXml" Target="../../customXml/item218.xml"/><Relationship Id="rId31" Type="http://schemas.openxmlformats.org/officeDocument/2006/relationships/customXml" Target="../../customXml/item92.xml"/><Relationship Id="rId4" Type="http://schemas.openxmlformats.org/officeDocument/2006/relationships/customXml" Target="../../customXml/item239.xml"/><Relationship Id="rId9" Type="http://schemas.openxmlformats.org/officeDocument/2006/relationships/customXml" Target="../../customXml/item161.xml"/><Relationship Id="rId14" Type="http://schemas.openxmlformats.org/officeDocument/2006/relationships/customXml" Target="../../customXml/item107.xml"/><Relationship Id="rId22" Type="http://schemas.openxmlformats.org/officeDocument/2006/relationships/customXml" Target="../../customXml/item195.xml"/><Relationship Id="rId27" Type="http://schemas.openxmlformats.org/officeDocument/2006/relationships/customXml" Target="../../customXml/item45.xml"/><Relationship Id="rId30" Type="http://schemas.openxmlformats.org/officeDocument/2006/relationships/customXml" Target="../../customXml/item201.xml"/><Relationship Id="rId35" Type="http://schemas.openxmlformats.org/officeDocument/2006/relationships/customXml" Target="../../customXml/item207.xml"/><Relationship Id="rId8" Type="http://schemas.openxmlformats.org/officeDocument/2006/relationships/customXml" Target="../../customXml/item117.xml"/><Relationship Id="rId3" Type="http://schemas.openxmlformats.org/officeDocument/2006/relationships/customXml" Target="../../customXml/item33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customXml" Target="../../customXml/item29.xml"/><Relationship Id="rId13" Type="http://schemas.openxmlformats.org/officeDocument/2006/relationships/customXml" Target="../../customXml/item169.xml"/><Relationship Id="rId18" Type="http://schemas.openxmlformats.org/officeDocument/2006/relationships/slideLayout" Target="../slideLayouts/slideLayout2.xml"/><Relationship Id="rId3" Type="http://schemas.openxmlformats.org/officeDocument/2006/relationships/customXml" Target="../../customXml/item125.xml"/><Relationship Id="rId7" Type="http://schemas.openxmlformats.org/officeDocument/2006/relationships/customXml" Target="../../customXml/item106.xml"/><Relationship Id="rId12" Type="http://schemas.openxmlformats.org/officeDocument/2006/relationships/customXml" Target="../../customXml/item76.xml"/><Relationship Id="rId17" Type="http://schemas.openxmlformats.org/officeDocument/2006/relationships/customXml" Target="../../customXml/item142.xml"/><Relationship Id="rId2" Type="http://schemas.openxmlformats.org/officeDocument/2006/relationships/customXml" Target="../../customXml/item203.xml"/><Relationship Id="rId16" Type="http://schemas.openxmlformats.org/officeDocument/2006/relationships/customXml" Target="../../customXml/item55.xml"/><Relationship Id="rId1" Type="http://schemas.openxmlformats.org/officeDocument/2006/relationships/customXml" Target="../../customXml/item41.xml"/><Relationship Id="rId6" Type="http://schemas.openxmlformats.org/officeDocument/2006/relationships/customXml" Target="../../customXml/item228.xml"/><Relationship Id="rId11" Type="http://schemas.openxmlformats.org/officeDocument/2006/relationships/customXml" Target="../../customXml/item202.xml"/><Relationship Id="rId5" Type="http://schemas.openxmlformats.org/officeDocument/2006/relationships/customXml" Target="../../customXml/item104.xml"/><Relationship Id="rId15" Type="http://schemas.openxmlformats.org/officeDocument/2006/relationships/customXml" Target="../../customXml/item186.xml"/><Relationship Id="rId10" Type="http://schemas.openxmlformats.org/officeDocument/2006/relationships/customXml" Target="../../customXml/item53.xml"/><Relationship Id="rId4" Type="http://schemas.openxmlformats.org/officeDocument/2006/relationships/customXml" Target="../../customXml/item178.xml"/><Relationship Id="rId9" Type="http://schemas.openxmlformats.org/officeDocument/2006/relationships/customXml" Target="../../customXml/item139.xml"/><Relationship Id="rId14" Type="http://schemas.openxmlformats.org/officeDocument/2006/relationships/customXml" Target="../../customXml/item157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customXml" Target="../../customXml/item135.xml"/><Relationship Id="rId3" Type="http://schemas.openxmlformats.org/officeDocument/2006/relationships/customXml" Target="../../customXml/item99.xml"/><Relationship Id="rId7" Type="http://schemas.openxmlformats.org/officeDocument/2006/relationships/customXml" Target="../../customXml/item181.xml"/><Relationship Id="rId12" Type="http://schemas.openxmlformats.org/officeDocument/2006/relationships/slideLayout" Target="../slideLayouts/slideLayout2.xml"/><Relationship Id="rId2" Type="http://schemas.openxmlformats.org/officeDocument/2006/relationships/customXml" Target="../../customXml/item67.xml"/><Relationship Id="rId1" Type="http://schemas.openxmlformats.org/officeDocument/2006/relationships/customXml" Target="../../customXml/item96.xml"/><Relationship Id="rId6" Type="http://schemas.openxmlformats.org/officeDocument/2006/relationships/customXml" Target="../../customXml/item177.xml"/><Relationship Id="rId11" Type="http://schemas.openxmlformats.org/officeDocument/2006/relationships/customXml" Target="../../customXml/item69.xml"/><Relationship Id="rId5" Type="http://schemas.openxmlformats.org/officeDocument/2006/relationships/customXml" Target="../../customXml/item160.xml"/><Relationship Id="rId10" Type="http://schemas.openxmlformats.org/officeDocument/2006/relationships/customXml" Target="../../customXml/item88.xml"/><Relationship Id="rId4" Type="http://schemas.openxmlformats.org/officeDocument/2006/relationships/customXml" Target="../../customXml/item100.xml"/><Relationship Id="rId9" Type="http://schemas.openxmlformats.org/officeDocument/2006/relationships/customXml" Target="../../customXml/item63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customXml" Target="../../customXml/item80.xml"/><Relationship Id="rId13" Type="http://schemas.openxmlformats.org/officeDocument/2006/relationships/customXml" Target="../../customXml/item244.xml"/><Relationship Id="rId18" Type="http://schemas.openxmlformats.org/officeDocument/2006/relationships/slideLayout" Target="../slideLayouts/slideLayout2.xml"/><Relationship Id="rId3" Type="http://schemas.openxmlformats.org/officeDocument/2006/relationships/customXml" Target="../../customXml/item126.xml"/><Relationship Id="rId7" Type="http://schemas.openxmlformats.org/officeDocument/2006/relationships/customXml" Target="../../customXml/item235.xml"/><Relationship Id="rId12" Type="http://schemas.openxmlformats.org/officeDocument/2006/relationships/customXml" Target="../../customXml/item128.xml"/><Relationship Id="rId17" Type="http://schemas.openxmlformats.org/officeDocument/2006/relationships/customXml" Target="../../customXml/item164.xml"/><Relationship Id="rId2" Type="http://schemas.openxmlformats.org/officeDocument/2006/relationships/customXml" Target="../../customXml/item49.xml"/><Relationship Id="rId16" Type="http://schemas.openxmlformats.org/officeDocument/2006/relationships/customXml" Target="../../customXml/item115.xml"/><Relationship Id="rId1" Type="http://schemas.openxmlformats.org/officeDocument/2006/relationships/customXml" Target="../../customXml/item247.xml"/><Relationship Id="rId6" Type="http://schemas.openxmlformats.org/officeDocument/2006/relationships/customXml" Target="../../customXml/item176.xml"/><Relationship Id="rId11" Type="http://schemas.openxmlformats.org/officeDocument/2006/relationships/customXml" Target="../../customXml/item43.xml"/><Relationship Id="rId5" Type="http://schemas.openxmlformats.org/officeDocument/2006/relationships/customXml" Target="../../customXml/item138.xml"/><Relationship Id="rId15" Type="http://schemas.openxmlformats.org/officeDocument/2006/relationships/customXml" Target="../../customXml/item208.xml"/><Relationship Id="rId10" Type="http://schemas.openxmlformats.org/officeDocument/2006/relationships/customXml" Target="../../customXml/item105.xml"/><Relationship Id="rId4" Type="http://schemas.openxmlformats.org/officeDocument/2006/relationships/customXml" Target="../../customXml/item194.xml"/><Relationship Id="rId9" Type="http://schemas.openxmlformats.org/officeDocument/2006/relationships/customXml" Target="../../customXml/item101.xml"/><Relationship Id="rId14" Type="http://schemas.openxmlformats.org/officeDocument/2006/relationships/customXml" Target="../../customXml/item137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customXml" Target="../../customXml/item230.xml"/><Relationship Id="rId13" Type="http://schemas.openxmlformats.org/officeDocument/2006/relationships/customXml" Target="../../customXml/item118.xml"/><Relationship Id="rId18" Type="http://schemas.openxmlformats.org/officeDocument/2006/relationships/customXml" Target="../../customXml/item141.xml"/><Relationship Id="rId26" Type="http://schemas.openxmlformats.org/officeDocument/2006/relationships/slideLayout" Target="../slideLayouts/slideLayout2.xml"/><Relationship Id="rId3" Type="http://schemas.openxmlformats.org/officeDocument/2006/relationships/customXml" Target="../../customXml/item216.xml"/><Relationship Id="rId21" Type="http://schemas.openxmlformats.org/officeDocument/2006/relationships/customXml" Target="../../customXml/item171.xml"/><Relationship Id="rId7" Type="http://schemas.openxmlformats.org/officeDocument/2006/relationships/customXml" Target="../../customXml/item79.xml"/><Relationship Id="rId12" Type="http://schemas.openxmlformats.org/officeDocument/2006/relationships/customXml" Target="../../customXml/item188.xml"/><Relationship Id="rId17" Type="http://schemas.openxmlformats.org/officeDocument/2006/relationships/customXml" Target="../../customXml/item8.xml"/><Relationship Id="rId25" Type="http://schemas.openxmlformats.org/officeDocument/2006/relationships/customXml" Target="../../customXml/item163.xml"/><Relationship Id="rId2" Type="http://schemas.openxmlformats.org/officeDocument/2006/relationships/customXml" Target="../../customXml/item226.xml"/><Relationship Id="rId16" Type="http://schemas.openxmlformats.org/officeDocument/2006/relationships/customXml" Target="../../customXml/item150.xml"/><Relationship Id="rId20" Type="http://schemas.openxmlformats.org/officeDocument/2006/relationships/customXml" Target="../../customXml/item221.xml"/><Relationship Id="rId1" Type="http://schemas.openxmlformats.org/officeDocument/2006/relationships/customXml" Target="../../customXml/item84.xml"/><Relationship Id="rId6" Type="http://schemas.openxmlformats.org/officeDocument/2006/relationships/customXml" Target="../../customXml/item233.xml"/><Relationship Id="rId11" Type="http://schemas.openxmlformats.org/officeDocument/2006/relationships/customXml" Target="../../customXml/item71.xml"/><Relationship Id="rId24" Type="http://schemas.openxmlformats.org/officeDocument/2006/relationships/customXml" Target="../../customXml/item232.xml"/><Relationship Id="rId5" Type="http://schemas.openxmlformats.org/officeDocument/2006/relationships/customXml" Target="../../customXml/item34.xml"/><Relationship Id="rId15" Type="http://schemas.openxmlformats.org/officeDocument/2006/relationships/customXml" Target="../../customXml/item108.xml"/><Relationship Id="rId23" Type="http://schemas.openxmlformats.org/officeDocument/2006/relationships/customXml" Target="../../customXml/item222.xml"/><Relationship Id="rId10" Type="http://schemas.openxmlformats.org/officeDocument/2006/relationships/customXml" Target="../../customXml/item90.xml"/><Relationship Id="rId19" Type="http://schemas.openxmlformats.org/officeDocument/2006/relationships/customXml" Target="../../customXml/item54.xml"/><Relationship Id="rId4" Type="http://schemas.openxmlformats.org/officeDocument/2006/relationships/customXml" Target="../../customXml/item51.xml"/><Relationship Id="rId9" Type="http://schemas.openxmlformats.org/officeDocument/2006/relationships/customXml" Target="../../customXml/item15.xml"/><Relationship Id="rId14" Type="http://schemas.openxmlformats.org/officeDocument/2006/relationships/customXml" Target="../../customXml/item242.xml"/><Relationship Id="rId22" Type="http://schemas.openxmlformats.org/officeDocument/2006/relationships/customXml" Target="../../customXml/item103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customXml" Target="../../customXml/item227.xml"/><Relationship Id="rId13" Type="http://schemas.openxmlformats.org/officeDocument/2006/relationships/customXml" Target="../../customXml/item30.xml"/><Relationship Id="rId3" Type="http://schemas.openxmlformats.org/officeDocument/2006/relationships/customXml" Target="../../customXml/item68.xml"/><Relationship Id="rId7" Type="http://schemas.openxmlformats.org/officeDocument/2006/relationships/customXml" Target="../../customXml/item158.xml"/><Relationship Id="rId12" Type="http://schemas.openxmlformats.org/officeDocument/2006/relationships/customXml" Target="../../customXml/item124.xml"/><Relationship Id="rId2" Type="http://schemas.openxmlformats.org/officeDocument/2006/relationships/customXml" Target="../../customXml/item197.xml"/><Relationship Id="rId1" Type="http://schemas.openxmlformats.org/officeDocument/2006/relationships/customXml" Target="../../customXml/item72.xml"/><Relationship Id="rId6" Type="http://schemas.openxmlformats.org/officeDocument/2006/relationships/customXml" Target="../../customXml/item14.xml"/><Relationship Id="rId11" Type="http://schemas.openxmlformats.org/officeDocument/2006/relationships/customXml" Target="../../customXml/item245.xml"/><Relationship Id="rId5" Type="http://schemas.openxmlformats.org/officeDocument/2006/relationships/customXml" Target="../../customXml/item77.xml"/><Relationship Id="rId10" Type="http://schemas.openxmlformats.org/officeDocument/2006/relationships/customXml" Target="../../customXml/item48.xml"/><Relationship Id="rId4" Type="http://schemas.openxmlformats.org/officeDocument/2006/relationships/customXml" Target="../../customXml/item204.xml"/><Relationship Id="rId9" Type="http://schemas.openxmlformats.org/officeDocument/2006/relationships/customXml" Target="../../customXml/item36.xml"/><Relationship Id="rId14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3" Type="http://schemas.openxmlformats.org/officeDocument/2006/relationships/customXml" Target="../../customXml/item256.xml"/><Relationship Id="rId7" Type="http://schemas.openxmlformats.org/officeDocument/2006/relationships/customXml" Target="../../customXml/item260.xml"/><Relationship Id="rId2" Type="http://schemas.openxmlformats.org/officeDocument/2006/relationships/customXml" Target="../../customXml/item255.xml"/><Relationship Id="rId1" Type="http://schemas.openxmlformats.org/officeDocument/2006/relationships/customXml" Target="../../customXml/item249.xml"/><Relationship Id="rId6" Type="http://schemas.openxmlformats.org/officeDocument/2006/relationships/customXml" Target="../../customXml/item259.xml"/><Relationship Id="rId5" Type="http://schemas.openxmlformats.org/officeDocument/2006/relationships/customXml" Target="../../customXml/item258.xml"/><Relationship Id="rId4" Type="http://schemas.openxmlformats.org/officeDocument/2006/relationships/customXml" Target="../../customXml/item257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customXml" Target="../../customXml/item152.xml"/><Relationship Id="rId13" Type="http://schemas.openxmlformats.org/officeDocument/2006/relationships/customXml" Target="../../customXml/item57.xml"/><Relationship Id="rId18" Type="http://schemas.openxmlformats.org/officeDocument/2006/relationships/customXml" Target="../../customXml/item127.xml"/><Relationship Id="rId3" Type="http://schemas.openxmlformats.org/officeDocument/2006/relationships/customXml" Target="../../customXml/item102.xml"/><Relationship Id="rId21" Type="http://schemas.openxmlformats.org/officeDocument/2006/relationships/customXml" Target="../../customXml/item185.xml"/><Relationship Id="rId7" Type="http://schemas.openxmlformats.org/officeDocument/2006/relationships/customXml" Target="../../customXml/item170.xml"/><Relationship Id="rId12" Type="http://schemas.openxmlformats.org/officeDocument/2006/relationships/customXml" Target="../../customXml/item52.xml"/><Relationship Id="rId17" Type="http://schemas.openxmlformats.org/officeDocument/2006/relationships/customXml" Target="../../customXml/item151.xml"/><Relationship Id="rId2" Type="http://schemas.openxmlformats.org/officeDocument/2006/relationships/customXml" Target="../../customXml/item175.xml"/><Relationship Id="rId16" Type="http://schemas.openxmlformats.org/officeDocument/2006/relationships/customXml" Target="../../customXml/item212.xml"/><Relationship Id="rId20" Type="http://schemas.openxmlformats.org/officeDocument/2006/relationships/customXml" Target="../../customXml/item214.xml"/><Relationship Id="rId1" Type="http://schemas.openxmlformats.org/officeDocument/2006/relationships/customXml" Target="../../customXml/item187.xml"/><Relationship Id="rId6" Type="http://schemas.openxmlformats.org/officeDocument/2006/relationships/customXml" Target="../../customXml/item109.xml"/><Relationship Id="rId11" Type="http://schemas.openxmlformats.org/officeDocument/2006/relationships/customXml" Target="../../customXml/item22.xml"/><Relationship Id="rId5" Type="http://schemas.openxmlformats.org/officeDocument/2006/relationships/customXml" Target="../../customXml/item94.xml"/><Relationship Id="rId15" Type="http://schemas.openxmlformats.org/officeDocument/2006/relationships/customXml" Target="../../customXml/item205.xml"/><Relationship Id="rId10" Type="http://schemas.openxmlformats.org/officeDocument/2006/relationships/customXml" Target="../../customXml/item147.xml"/><Relationship Id="rId19" Type="http://schemas.openxmlformats.org/officeDocument/2006/relationships/customXml" Target="../../customXml/item165.xml"/><Relationship Id="rId4" Type="http://schemas.openxmlformats.org/officeDocument/2006/relationships/customXml" Target="../../customXml/item193.xml"/><Relationship Id="rId9" Type="http://schemas.openxmlformats.org/officeDocument/2006/relationships/customXml" Target="../../customXml/item62.xml"/><Relationship Id="rId14" Type="http://schemas.openxmlformats.org/officeDocument/2006/relationships/customXml" Target="../../customXml/item85.xml"/><Relationship Id="rId22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3" Type="http://schemas.openxmlformats.org/officeDocument/2006/relationships/customXml" Target="../../customXml/item61.xml"/><Relationship Id="rId18" Type="http://schemas.openxmlformats.org/officeDocument/2006/relationships/customXml" Target="../../customXml/item116.xml"/><Relationship Id="rId26" Type="http://schemas.openxmlformats.org/officeDocument/2006/relationships/customXml" Target="../../customXml/item146.xml"/><Relationship Id="rId21" Type="http://schemas.openxmlformats.org/officeDocument/2006/relationships/customXml" Target="../../customXml/item42.xml"/><Relationship Id="rId34" Type="http://schemas.openxmlformats.org/officeDocument/2006/relationships/customXml" Target="../../customXml/item83.xml"/><Relationship Id="rId7" Type="http://schemas.openxmlformats.org/officeDocument/2006/relationships/customXml" Target="../../customXml/item19.xml"/><Relationship Id="rId12" Type="http://schemas.openxmlformats.org/officeDocument/2006/relationships/customXml" Target="../../customXml/item93.xml"/><Relationship Id="rId17" Type="http://schemas.openxmlformats.org/officeDocument/2006/relationships/customXml" Target="../../customXml/item110.xml"/><Relationship Id="rId25" Type="http://schemas.openxmlformats.org/officeDocument/2006/relationships/customXml" Target="../../customXml/item11.xml"/><Relationship Id="rId33" Type="http://schemas.openxmlformats.org/officeDocument/2006/relationships/customXml" Target="../../customXml/item145.xml"/><Relationship Id="rId38" Type="http://schemas.openxmlformats.org/officeDocument/2006/relationships/notesSlide" Target="../notesSlides/notesSlide3.xml"/><Relationship Id="rId2" Type="http://schemas.openxmlformats.org/officeDocument/2006/relationships/customXml" Target="../../customXml/item3.xml"/><Relationship Id="rId16" Type="http://schemas.openxmlformats.org/officeDocument/2006/relationships/customXml" Target="../../customXml/item237.xml"/><Relationship Id="rId20" Type="http://schemas.openxmlformats.org/officeDocument/2006/relationships/customXml" Target="../../customXml/item35.xml"/><Relationship Id="rId29" Type="http://schemas.openxmlformats.org/officeDocument/2006/relationships/customXml" Target="../../customXml/item144.xml"/><Relationship Id="rId1" Type="http://schemas.openxmlformats.org/officeDocument/2006/relationships/customXml" Target="../../customXml/item179.xml"/><Relationship Id="rId6" Type="http://schemas.openxmlformats.org/officeDocument/2006/relationships/customXml" Target="../../customXml/item74.xml"/><Relationship Id="rId11" Type="http://schemas.openxmlformats.org/officeDocument/2006/relationships/customXml" Target="../../customXml/item2.xml"/><Relationship Id="rId24" Type="http://schemas.openxmlformats.org/officeDocument/2006/relationships/customXml" Target="../../customXml/item16.xml"/><Relationship Id="rId32" Type="http://schemas.openxmlformats.org/officeDocument/2006/relationships/customXml" Target="../../customXml/item120.xml"/><Relationship Id="rId37" Type="http://schemas.openxmlformats.org/officeDocument/2006/relationships/slideLayout" Target="../slideLayouts/slideLayout2.xml"/><Relationship Id="rId5" Type="http://schemas.openxmlformats.org/officeDocument/2006/relationships/customXml" Target="../../customXml/item220.xml"/><Relationship Id="rId15" Type="http://schemas.openxmlformats.org/officeDocument/2006/relationships/customXml" Target="../../customXml/item191.xml"/><Relationship Id="rId23" Type="http://schemas.openxmlformats.org/officeDocument/2006/relationships/customXml" Target="../../customXml/item58.xml"/><Relationship Id="rId28" Type="http://schemas.openxmlformats.org/officeDocument/2006/relationships/customXml" Target="../../customXml/item167.xml"/><Relationship Id="rId36" Type="http://schemas.openxmlformats.org/officeDocument/2006/relationships/customXml" Target="../../customXml/item183.xml"/><Relationship Id="rId10" Type="http://schemas.openxmlformats.org/officeDocument/2006/relationships/customXml" Target="../../customXml/item140.xml"/><Relationship Id="rId19" Type="http://schemas.openxmlformats.org/officeDocument/2006/relationships/customXml" Target="../../customXml/item24.xml"/><Relationship Id="rId31" Type="http://schemas.openxmlformats.org/officeDocument/2006/relationships/customXml" Target="../../customXml/item59.xml"/><Relationship Id="rId4" Type="http://schemas.openxmlformats.org/officeDocument/2006/relationships/customXml" Target="../../customXml/item133.xml"/><Relationship Id="rId9" Type="http://schemas.openxmlformats.org/officeDocument/2006/relationships/customXml" Target="../../customXml/item26.xml"/><Relationship Id="rId14" Type="http://schemas.openxmlformats.org/officeDocument/2006/relationships/customXml" Target="../../customXml/item20.xml"/><Relationship Id="rId22" Type="http://schemas.openxmlformats.org/officeDocument/2006/relationships/customXml" Target="../../customXml/item112.xml"/><Relationship Id="rId27" Type="http://schemas.openxmlformats.org/officeDocument/2006/relationships/customXml" Target="../../customXml/item23.xml"/><Relationship Id="rId30" Type="http://schemas.openxmlformats.org/officeDocument/2006/relationships/customXml" Target="../../customXml/item198.xml"/><Relationship Id="rId35" Type="http://schemas.openxmlformats.org/officeDocument/2006/relationships/customXml" Target="../../customXml/item148.xml"/><Relationship Id="rId8" Type="http://schemas.openxmlformats.org/officeDocument/2006/relationships/customXml" Target="../../customXml/item154.xml"/><Relationship Id="rId3" Type="http://schemas.openxmlformats.org/officeDocument/2006/relationships/customXml" Target="../../customXml/item21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DPL Software Design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Reference Implementation</a:t>
            </a:r>
          </a:p>
        </p:txBody>
      </p:sp>
    </p:spTree>
    <p:extLst>
      <p:ext uri="{BB962C8B-B14F-4D97-AF65-F5344CB8AC3E}">
        <p14:creationId xmlns:p14="http://schemas.microsoft.com/office/powerpoint/2010/main" val="23698918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we design software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Formal software design role/process</a:t>
            </a:r>
          </a:p>
          <a:p>
            <a:pPr lvl="1"/>
            <a:r>
              <a:rPr lang="en-US" dirty="0"/>
              <a:t>Fed by story development</a:t>
            </a:r>
          </a:p>
          <a:p>
            <a:r>
              <a:rPr lang="en-US" dirty="0"/>
              <a:t>Adherence to common design principles</a:t>
            </a:r>
          </a:p>
          <a:p>
            <a:pPr lvl="1"/>
            <a:r>
              <a:rPr lang="en-US" dirty="0"/>
              <a:t>Information hiding</a:t>
            </a:r>
          </a:p>
          <a:p>
            <a:pPr lvl="1"/>
            <a:r>
              <a:rPr lang="en-US" dirty="0"/>
              <a:t>Designing for change</a:t>
            </a:r>
          </a:p>
          <a:p>
            <a:pPr lvl="1"/>
            <a:r>
              <a:rPr lang="en-US" dirty="0"/>
              <a:t>Separation of concerns</a:t>
            </a:r>
          </a:p>
          <a:p>
            <a:pPr lvl="1"/>
            <a:r>
              <a:rPr lang="en-US" dirty="0"/>
              <a:t>Maximize functional cohesiveness</a:t>
            </a:r>
          </a:p>
          <a:p>
            <a:pPr lvl="1"/>
            <a:r>
              <a:rPr lang="en-US" dirty="0"/>
              <a:t>Minimize coupling</a:t>
            </a:r>
          </a:p>
          <a:p>
            <a:pPr lvl="1"/>
            <a:r>
              <a:rPr lang="en-US" dirty="0"/>
              <a:t>Favor closed vs open architecture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Emphasis on minimizing complexity</a:t>
            </a:r>
          </a:p>
          <a:p>
            <a:pPr lvl="1"/>
            <a:r>
              <a:rPr lang="en-US" dirty="0"/>
              <a:t>Cleverness == complexity</a:t>
            </a:r>
          </a:p>
          <a:p>
            <a:pPr lvl="1"/>
            <a:r>
              <a:rPr lang="en-US" dirty="0"/>
              <a:t>Minimize your required “field of view”</a:t>
            </a:r>
          </a:p>
          <a:p>
            <a:r>
              <a:rPr lang="en-US" dirty="0"/>
              <a:t>Design for testability</a:t>
            </a:r>
          </a:p>
          <a:p>
            <a:pPr lvl="1"/>
            <a:r>
              <a:rPr lang="en-US" dirty="0"/>
              <a:t>Leverage tools and techniques from test-driven development</a:t>
            </a:r>
          </a:p>
          <a:p>
            <a:r>
              <a:rPr lang="en-US" dirty="0"/>
              <a:t>Consistent design methodology</a:t>
            </a:r>
          </a:p>
          <a:p>
            <a:pPr lvl="1"/>
            <a:r>
              <a:rPr lang="en-US" dirty="0"/>
              <a:t>More readable/maintainable code</a:t>
            </a:r>
          </a:p>
        </p:txBody>
      </p:sp>
    </p:spTree>
    <p:extLst>
      <p:ext uri="{BB962C8B-B14F-4D97-AF65-F5344CB8AC3E}">
        <p14:creationId xmlns:p14="http://schemas.microsoft.com/office/powerpoint/2010/main" val="32021785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Consistent software design 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err="1"/>
              <a:t>IDesign</a:t>
            </a:r>
            <a:r>
              <a:rPr lang="en-US" dirty="0"/>
              <a:t> “Method”</a:t>
            </a:r>
          </a:p>
          <a:p>
            <a:pPr lvl="1"/>
            <a:r>
              <a:rPr lang="en-US" dirty="0"/>
              <a:t>Juval Lowy</a:t>
            </a:r>
            <a:endParaRPr lang="en-US" dirty="0">
              <a:hlinkClick r:id="" action="ppaction://noaction"/>
            </a:endParaRPr>
          </a:p>
          <a:p>
            <a:pPr lvl="1"/>
            <a:r>
              <a:rPr lang="en-US" dirty="0">
                <a:hlinkClick r:id="" action="ppaction://noaction"/>
              </a:rPr>
              <a:t>http://www.idesign.net</a:t>
            </a:r>
            <a:endParaRPr lang="en-US" dirty="0"/>
          </a:p>
          <a:p>
            <a:pPr lvl="1"/>
            <a:r>
              <a:rPr lang="en-US" dirty="0"/>
              <a:t>Search “Zen of Architecture”</a:t>
            </a:r>
          </a:p>
          <a:p>
            <a:r>
              <a:rPr lang="en-US" dirty="0"/>
              <a:t>Simplified conventions and rules</a:t>
            </a:r>
          </a:p>
          <a:p>
            <a:r>
              <a:rPr lang="en-US" dirty="0"/>
              <a:t>Encapsulation of volatility / design for change</a:t>
            </a:r>
          </a:p>
          <a:p>
            <a:pPr lvl="1"/>
            <a:r>
              <a:rPr lang="en-US" dirty="0"/>
              <a:t>Information hiding</a:t>
            </a:r>
          </a:p>
          <a:p>
            <a:r>
              <a:rPr lang="en-US" dirty="0"/>
              <a:t>Every class is a “service”</a:t>
            </a:r>
          </a:p>
          <a:p>
            <a:pPr lvl="1"/>
            <a:r>
              <a:rPr lang="en-US" dirty="0"/>
              <a:t>Service orientation vs object-orientation</a:t>
            </a:r>
          </a:p>
          <a:p>
            <a:r>
              <a:rPr lang="en-US" dirty="0"/>
              <a:t>Multiple views of the design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0986" y="1540542"/>
            <a:ext cx="4420433" cy="2525962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21348" y="4362575"/>
            <a:ext cx="3259707" cy="2315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6746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</a:t>
            </a:r>
            <a:r>
              <a:rPr lang="en-US" baseline="0" dirty="0"/>
              <a:t> of our </a:t>
            </a:r>
            <a:r>
              <a:rPr lang="en-US" dirty="0"/>
              <a:t>design </a:t>
            </a:r>
            <a:r>
              <a:rPr lang="en-US" baseline="0" dirty="0"/>
              <a:t>conventions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Basic abstractions</a:t>
            </a:r>
          </a:p>
          <a:p>
            <a:pPr lvl="1"/>
            <a:r>
              <a:rPr lang="en-US" dirty="0"/>
              <a:t>Managers: Manages sequence of actions</a:t>
            </a:r>
          </a:p>
          <a:p>
            <a:pPr lvl="1"/>
            <a:r>
              <a:rPr lang="en-US" dirty="0"/>
              <a:t>Engines: Applies algorithm/business rule</a:t>
            </a:r>
          </a:p>
          <a:p>
            <a:pPr lvl="1"/>
            <a:r>
              <a:rPr lang="en-US" dirty="0" err="1"/>
              <a:t>Accessors</a:t>
            </a:r>
            <a:r>
              <a:rPr lang="en-US" dirty="0"/>
              <a:t>: Data/resources</a:t>
            </a:r>
          </a:p>
          <a:p>
            <a:pPr lvl="1"/>
            <a:r>
              <a:rPr lang="en-US" dirty="0"/>
              <a:t>Utilities</a:t>
            </a:r>
          </a:p>
          <a:p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73654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Layers (typical)</a:t>
            </a:r>
          </a:p>
          <a:p>
            <a:pPr lvl="1"/>
            <a:r>
              <a:rPr lang="en-US" dirty="0"/>
              <a:t>Clients </a:t>
            </a:r>
          </a:p>
          <a:p>
            <a:pPr lvl="1"/>
            <a:r>
              <a:rPr lang="en-US" dirty="0"/>
              <a:t>Business</a:t>
            </a:r>
          </a:p>
          <a:p>
            <a:pPr lvl="1"/>
            <a:r>
              <a:rPr lang="en-US" dirty="0"/>
              <a:t>Resource Access </a:t>
            </a:r>
          </a:p>
          <a:p>
            <a:pPr lvl="1"/>
            <a:r>
              <a:rPr lang="en-US" dirty="0"/>
              <a:t>Resources</a:t>
            </a:r>
          </a:p>
          <a:p>
            <a:r>
              <a:rPr lang="en-US" dirty="0"/>
              <a:t>Communication rules</a:t>
            </a:r>
          </a:p>
          <a:p>
            <a:pPr lvl="1"/>
            <a:r>
              <a:rPr lang="en-US" dirty="0"/>
              <a:t>Closed architecture</a:t>
            </a:r>
          </a:p>
          <a:p>
            <a:pPr lvl="1"/>
            <a:r>
              <a:rPr lang="en-US" dirty="0"/>
              <a:t>Services can only call down</a:t>
            </a:r>
          </a:p>
          <a:p>
            <a:pPr lvl="2"/>
            <a:r>
              <a:rPr lang="en-US" dirty="0"/>
              <a:t>Utility exception</a:t>
            </a:r>
          </a:p>
          <a:p>
            <a:pPr lvl="1"/>
            <a:r>
              <a:rPr lang="en-US" dirty="0"/>
              <a:t>Not allowed:</a:t>
            </a:r>
          </a:p>
          <a:p>
            <a:pPr lvl="2"/>
            <a:r>
              <a:rPr lang="en-US" dirty="0"/>
              <a:t>Manager -&gt; Manager (sync)</a:t>
            </a:r>
          </a:p>
          <a:p>
            <a:pPr lvl="2"/>
            <a:r>
              <a:rPr lang="en-US" dirty="0"/>
              <a:t>Client -&gt; Engine</a:t>
            </a:r>
          </a:p>
          <a:p>
            <a:pPr lvl="2"/>
            <a:r>
              <a:rPr lang="en-US" dirty="0"/>
              <a:t>Client -&gt; Accessor</a:t>
            </a:r>
          </a:p>
          <a:p>
            <a:pPr lvl="1"/>
            <a:endParaRPr lang="en-US" dirty="0"/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10814527" y="3544681"/>
            <a:ext cx="797871" cy="389144"/>
          </a:xfrm>
          <a:prstGeom prst="rect">
            <a:avLst/>
          </a:prstGeom>
          <a:solidFill>
            <a:srgbClr val="C0C0C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kern="0" dirty="0">
                <a:solidFill>
                  <a:sysClr val="windowText" lastClr="000000"/>
                </a:solidFill>
              </a:rPr>
              <a:t>Accessor</a:t>
            </a:r>
            <a:endParaRPr kumimoji="0" lang="en-US" sz="1200" b="1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10725618" y="1690688"/>
            <a:ext cx="961774" cy="389145"/>
          </a:xfrm>
          <a:prstGeom prst="rect">
            <a:avLst/>
          </a:prstGeom>
          <a:solidFill>
            <a:srgbClr val="99FF33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Client</a:t>
            </a:r>
          </a:p>
        </p:txBody>
      </p:sp>
      <p:sp>
        <p:nvSpPr>
          <p:cNvPr id="8" name="AutoShape 4"/>
          <p:cNvSpPr>
            <a:spLocks noChangeArrowheads="1"/>
          </p:cNvSpPr>
          <p:nvPr/>
        </p:nvSpPr>
        <p:spPr bwMode="auto">
          <a:xfrm>
            <a:off x="10789786" y="4620120"/>
            <a:ext cx="847351" cy="435274"/>
          </a:xfrm>
          <a:prstGeom prst="can">
            <a:avLst>
              <a:gd name="adj" fmla="val 25000"/>
            </a:avLst>
          </a:prstGeom>
          <a:solidFill>
            <a:srgbClr val="00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50" b="1" kern="0" dirty="0">
                <a:solidFill>
                  <a:sysClr val="windowText" lastClr="000000"/>
                </a:solidFill>
              </a:rPr>
              <a:t>Resource</a:t>
            </a:r>
            <a:endParaRPr kumimoji="0" lang="en-US" sz="1050" b="1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10739535" y="2627106"/>
            <a:ext cx="947857" cy="389145"/>
          </a:xfrm>
          <a:prstGeom prst="rect">
            <a:avLst/>
          </a:prstGeom>
          <a:solidFill>
            <a:srgbClr val="FFFF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Manager</a:t>
            </a:r>
            <a:r>
              <a:rPr kumimoji="0" lang="en-US" sz="1200" b="1" i="0" u="none" strike="noStrike" kern="0" cap="none" spc="0" normalizeH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 / </a:t>
            </a: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Engine</a:t>
            </a:r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10846936" y="5553276"/>
            <a:ext cx="719138" cy="376825"/>
          </a:xfrm>
          <a:prstGeom prst="rect">
            <a:avLst/>
          </a:prstGeom>
          <a:solidFill>
            <a:srgbClr val="FF99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Utility</a:t>
            </a:r>
          </a:p>
        </p:txBody>
      </p:sp>
    </p:spTree>
    <p:extLst>
      <p:ext uri="{BB962C8B-B14F-4D97-AF65-F5344CB8AC3E}">
        <p14:creationId xmlns:p14="http://schemas.microsoft.com/office/powerpoint/2010/main" val="33272276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considerations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Iceberg principle</a:t>
            </a:r>
          </a:p>
          <a:p>
            <a:pPr lvl="1"/>
            <a:r>
              <a:rPr lang="en-US" dirty="0"/>
              <a:t>Maximize the amount of business logic below the client tier</a:t>
            </a:r>
          </a:p>
          <a:p>
            <a:r>
              <a:rPr lang="en-US" dirty="0"/>
              <a:t>Design for testability</a:t>
            </a:r>
          </a:p>
          <a:p>
            <a:pPr lvl="1"/>
            <a:r>
              <a:rPr lang="en-US" dirty="0"/>
              <a:t>Require unit test development along with the business logic</a:t>
            </a:r>
          </a:p>
          <a:p>
            <a:pPr lvl="1"/>
            <a:r>
              <a:rPr lang="en-US" dirty="0"/>
              <a:t>Focus on service consumption</a:t>
            </a:r>
          </a:p>
        </p:txBody>
      </p:sp>
    </p:spTree>
    <p:extLst>
      <p:ext uri="{BB962C8B-B14F-4D97-AF65-F5344CB8AC3E}">
        <p14:creationId xmlns:p14="http://schemas.microsoft.com/office/powerpoint/2010/main" val="13935603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Impacts</a:t>
            </a:r>
            <a:r>
              <a:rPr lang="en-US" baseline="0" dirty="0"/>
              <a:t> of unit testing on design quality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Forces consumption awareness in your code because you create the first consumer </a:t>
            </a:r>
          </a:p>
          <a:p>
            <a:pPr lvl="1"/>
            <a:r>
              <a:rPr lang="en-US" dirty="0"/>
              <a:t>Gets you focused on the interface rather than the implementation</a:t>
            </a:r>
          </a:p>
          <a:p>
            <a:pPr lvl="1"/>
            <a:r>
              <a:rPr lang="en-US" dirty="0"/>
              <a:t>Tends to create interfaces that are conveniently callable</a:t>
            </a:r>
          </a:p>
          <a:p>
            <a:r>
              <a:rPr lang="en-US" dirty="0"/>
              <a:t>Forces the software to be more testable which usually requires more decoupling from its surroundings</a:t>
            </a:r>
          </a:p>
          <a:p>
            <a:r>
              <a:rPr lang="en-US" dirty="0"/>
              <a:t>Things that are difficult to test tend to be simplified in order to achieve testability</a:t>
            </a:r>
          </a:p>
          <a:p>
            <a:r>
              <a:rPr lang="en-US" dirty="0"/>
              <a:t>Tests allow you to play “what if” games with broad  changes to assess the impact to the design</a:t>
            </a:r>
          </a:p>
          <a:p>
            <a:r>
              <a:rPr lang="en-US" dirty="0"/>
              <a:t>Makes the code more understandable/readable </a:t>
            </a:r>
          </a:p>
          <a:p>
            <a:pPr lvl="1"/>
            <a:r>
              <a:rPr lang="en-US" dirty="0"/>
              <a:t>Unit tests that describe how the developer intended the code to be consumed</a:t>
            </a:r>
          </a:p>
          <a:p>
            <a:pPr lvl="1"/>
            <a:r>
              <a:rPr lang="en-US" dirty="0"/>
              <a:t>Built in example code!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57226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Buyer User Stories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Browse a catalog of products</a:t>
            </a:r>
          </a:p>
          <a:p>
            <a:r>
              <a:rPr lang="en-US" dirty="0"/>
              <a:t>Adding items to a shopping cart</a:t>
            </a:r>
          </a:p>
          <a:p>
            <a:r>
              <a:rPr lang="en-US" dirty="0"/>
              <a:t>View the shopping cart</a:t>
            </a:r>
          </a:p>
          <a:p>
            <a:r>
              <a:rPr lang="en-US" dirty="0"/>
              <a:t>View and select shipping options for a shopping cart</a:t>
            </a:r>
          </a:p>
          <a:p>
            <a:r>
              <a:rPr lang="en-US" dirty="0"/>
              <a:t>Enter a coupon for a discount</a:t>
            </a:r>
          </a:p>
          <a:p>
            <a:r>
              <a:rPr lang="en-US" dirty="0"/>
              <a:t>See the subtotal, shipping and tax prior to submission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dirty="0"/>
              <a:t>Submit an order</a:t>
            </a:r>
          </a:p>
          <a:p>
            <a:r>
              <a:rPr lang="en-US" dirty="0"/>
              <a:t>Pay for the order with a credit card</a:t>
            </a:r>
          </a:p>
          <a:p>
            <a:r>
              <a:rPr lang="en-US" dirty="0"/>
              <a:t>Receive an email confirming the order</a:t>
            </a:r>
          </a:p>
          <a:p>
            <a:r>
              <a:rPr lang="en-US" dirty="0"/>
              <a:t>View the order status</a:t>
            </a:r>
          </a:p>
          <a:p>
            <a:r>
              <a:rPr lang="en-US" dirty="0"/>
              <a:t>Receive a shipping notice email</a:t>
            </a:r>
          </a:p>
          <a:p>
            <a:r>
              <a:rPr lang="en-US" dirty="0"/>
              <a:t>Persist the shopping cart to be able to return later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07654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Seller User Stories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Login to a control panel</a:t>
            </a:r>
          </a:p>
          <a:p>
            <a:r>
              <a:rPr lang="en-US" dirty="0"/>
              <a:t>Fulfill a product</a:t>
            </a:r>
          </a:p>
          <a:p>
            <a:r>
              <a:rPr lang="en-US" dirty="0"/>
              <a:t>Send shipping email with tracking</a:t>
            </a:r>
          </a:p>
          <a:p>
            <a:r>
              <a:rPr lang="en-US" dirty="0"/>
              <a:t>Configure </a:t>
            </a:r>
            <a:r>
              <a:rPr lang="en-US" dirty="0" err="1"/>
              <a:t>skus</a:t>
            </a:r>
            <a:endParaRPr lang="en-US" dirty="0"/>
          </a:p>
          <a:p>
            <a:r>
              <a:rPr lang="en-US" dirty="0"/>
              <a:t>Configure volume discounts</a:t>
            </a:r>
          </a:p>
          <a:p>
            <a:r>
              <a:rPr lang="en-US" dirty="0"/>
              <a:t>Configure coupons</a:t>
            </a:r>
          </a:p>
          <a:p>
            <a:r>
              <a:rPr lang="en-US" dirty="0"/>
              <a:t>Configure shipping fees and options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Lookup an order for a customer</a:t>
            </a:r>
          </a:p>
          <a:p>
            <a:r>
              <a:rPr lang="en-US" dirty="0"/>
              <a:t>Get sales reports via control panel</a:t>
            </a:r>
          </a:p>
          <a:p>
            <a:r>
              <a:rPr lang="en-US" dirty="0"/>
              <a:t>Receive order notification emails</a:t>
            </a:r>
          </a:p>
          <a:p>
            <a:r>
              <a:rPr lang="en-US" dirty="0"/>
              <a:t>Receive receipts via check</a:t>
            </a:r>
          </a:p>
        </p:txBody>
      </p:sp>
    </p:spTree>
    <p:extLst>
      <p:ext uri="{BB962C8B-B14F-4D97-AF65-F5344CB8AC3E}">
        <p14:creationId xmlns:p14="http://schemas.microsoft.com/office/powerpoint/2010/main" val="13756783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Provider Stories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Login to system control panel</a:t>
            </a:r>
          </a:p>
          <a:p>
            <a:r>
              <a:rPr lang="en-US" dirty="0"/>
              <a:t>Remit receipts (after fees) to sellers via check</a:t>
            </a:r>
          </a:p>
          <a:p>
            <a:r>
              <a:rPr lang="en-US" dirty="0"/>
              <a:t>Process chargebacks</a:t>
            </a:r>
          </a:p>
          <a:p>
            <a:r>
              <a:rPr lang="en-US" dirty="0"/>
              <a:t>Provide order support to customers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Remit sales tax via check</a:t>
            </a:r>
          </a:p>
          <a:p>
            <a:r>
              <a:rPr lang="en-US" dirty="0"/>
              <a:t>Reconcile merchant account reports</a:t>
            </a:r>
          </a:p>
          <a:p>
            <a:r>
              <a:rPr lang="en-US" dirty="0"/>
              <a:t>Generate revenue reports</a:t>
            </a:r>
          </a:p>
        </p:txBody>
      </p:sp>
    </p:spTree>
    <p:extLst>
      <p:ext uri="{BB962C8B-B14F-4D97-AF65-F5344CB8AC3E}">
        <p14:creationId xmlns:p14="http://schemas.microsoft.com/office/powerpoint/2010/main" val="22919487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Buyer User Stories (Future)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Digital download of purchased products</a:t>
            </a:r>
          </a:p>
          <a:p>
            <a:r>
              <a:rPr lang="en-US" dirty="0"/>
              <a:t>Editing an order prior to shipping</a:t>
            </a:r>
          </a:p>
          <a:p>
            <a:r>
              <a:rPr lang="en-US" dirty="0"/>
              <a:t>Canceling an order prior to shipping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dirty="0"/>
              <a:t>Returning a part of an order</a:t>
            </a:r>
          </a:p>
          <a:p>
            <a:r>
              <a:rPr lang="en-US" dirty="0"/>
              <a:t>Receiving SMS notifications of shipping status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07993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Seller User Stories (Future)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Process a return for an order</a:t>
            </a:r>
          </a:p>
          <a:p>
            <a:r>
              <a:rPr lang="en-US" dirty="0"/>
              <a:t>Receive order notifications via an API call</a:t>
            </a:r>
          </a:p>
          <a:p>
            <a:r>
              <a:rPr lang="en-US" dirty="0"/>
              <a:t>Get automated sales reports via email</a:t>
            </a:r>
          </a:p>
          <a:p>
            <a:r>
              <a:rPr lang="en-US" dirty="0"/>
              <a:t>Receive return notifications via an API call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Receive receipts via ACH</a:t>
            </a:r>
          </a:p>
          <a:p>
            <a:r>
              <a:rPr lang="en-US" dirty="0"/>
              <a:t>Management and tracking of inventory levels and availability</a:t>
            </a:r>
          </a:p>
          <a:p>
            <a:r>
              <a:rPr lang="en-US" dirty="0"/>
              <a:t>Create promotions and specials</a:t>
            </a:r>
          </a:p>
          <a:p>
            <a:r>
              <a:rPr lang="en-US" dirty="0"/>
              <a:t>Define cross-sell options</a:t>
            </a:r>
          </a:p>
        </p:txBody>
      </p:sp>
    </p:spTree>
    <p:extLst>
      <p:ext uri="{BB962C8B-B14F-4D97-AF65-F5344CB8AC3E}">
        <p14:creationId xmlns:p14="http://schemas.microsoft.com/office/powerpoint/2010/main" val="29223118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Provider Stories (Future)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Remit receipts (after fees) to sellers via ACH</a:t>
            </a:r>
          </a:p>
          <a:p>
            <a:r>
              <a:rPr lang="en-US" dirty="0"/>
              <a:t>Process a return for an order</a:t>
            </a:r>
          </a:p>
          <a:p>
            <a:r>
              <a:rPr lang="en-US" dirty="0"/>
              <a:t>Provide cross-seller “also bought” promotions</a:t>
            </a:r>
          </a:p>
          <a:p>
            <a:r>
              <a:rPr lang="en-US" dirty="0"/>
              <a:t>Provide redundant credit card processing</a:t>
            </a:r>
          </a:p>
          <a:p>
            <a:r>
              <a:rPr lang="en-US" dirty="0"/>
              <a:t>Provide alternate payment methods</a:t>
            </a:r>
          </a:p>
          <a:p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18927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Areas of Volatility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Catalog</a:t>
            </a:r>
          </a:p>
          <a:p>
            <a:pPr lvl="1"/>
            <a:r>
              <a:rPr lang="en-US" sz="2000" dirty="0"/>
              <a:t>Taxonomy of products</a:t>
            </a:r>
          </a:p>
          <a:p>
            <a:pPr lvl="1"/>
            <a:r>
              <a:rPr lang="en-US" sz="2000" dirty="0"/>
              <a:t>Search criteria</a:t>
            </a:r>
          </a:p>
          <a:p>
            <a:pPr lvl="1"/>
            <a:r>
              <a:rPr lang="en-US" sz="2000" dirty="0"/>
              <a:t>Upsell features</a:t>
            </a:r>
          </a:p>
          <a:p>
            <a:r>
              <a:rPr lang="en-US" sz="2400" dirty="0"/>
              <a:t>Ordering</a:t>
            </a:r>
          </a:p>
          <a:p>
            <a:pPr lvl="1"/>
            <a:r>
              <a:rPr lang="en-US" sz="2000" dirty="0"/>
              <a:t>Payment methods</a:t>
            </a:r>
          </a:p>
          <a:p>
            <a:pPr lvl="1"/>
            <a:r>
              <a:rPr lang="en-US" sz="2000" dirty="0"/>
              <a:t>Authorizations vs Captures</a:t>
            </a:r>
          </a:p>
          <a:p>
            <a:pPr lvl="1"/>
            <a:r>
              <a:rPr lang="en-US" sz="2000" dirty="0"/>
              <a:t>Workflows for different types of orders (digital, physical, backorder, </a:t>
            </a:r>
            <a:r>
              <a:rPr lang="en-US" sz="2000" dirty="0" err="1"/>
              <a:t>etc</a:t>
            </a:r>
            <a:r>
              <a:rPr lang="en-US" sz="2000" dirty="0"/>
              <a:t>)</a:t>
            </a:r>
          </a:p>
          <a:p>
            <a:pPr lvl="1"/>
            <a:endParaRPr lang="en-US" sz="2000" dirty="0"/>
          </a:p>
          <a:p>
            <a:pPr lvl="1"/>
            <a:endParaRPr lang="en-US" sz="2000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Pricing</a:t>
            </a:r>
          </a:p>
          <a:p>
            <a:pPr lvl="1"/>
            <a:r>
              <a:rPr lang="en-US" sz="2000" dirty="0"/>
              <a:t>Volume discounts</a:t>
            </a:r>
          </a:p>
          <a:p>
            <a:pPr lvl="1"/>
            <a:r>
              <a:rPr lang="en-US" sz="2000" dirty="0"/>
              <a:t>Coupon configurations</a:t>
            </a:r>
          </a:p>
          <a:p>
            <a:r>
              <a:rPr lang="en-US" sz="2400" dirty="0"/>
              <a:t>Fulfillment</a:t>
            </a:r>
          </a:p>
          <a:p>
            <a:pPr lvl="1"/>
            <a:r>
              <a:rPr lang="en-US" sz="2000" dirty="0"/>
              <a:t>Shipping methods</a:t>
            </a:r>
          </a:p>
          <a:p>
            <a:pPr lvl="1"/>
            <a:r>
              <a:rPr lang="en-US" sz="2000" dirty="0"/>
              <a:t>Digital vs physical goods</a:t>
            </a:r>
          </a:p>
          <a:p>
            <a:pPr lvl="1"/>
            <a:r>
              <a:rPr lang="en-US" sz="2000" dirty="0"/>
              <a:t>Internal vs external</a:t>
            </a:r>
          </a:p>
          <a:p>
            <a:r>
              <a:rPr lang="en-US" sz="2400" dirty="0"/>
              <a:t>Notifications</a:t>
            </a:r>
          </a:p>
          <a:p>
            <a:pPr lvl="1"/>
            <a:r>
              <a:rPr lang="en-US" sz="2000" dirty="0"/>
              <a:t>Delivery method</a:t>
            </a:r>
          </a:p>
          <a:p>
            <a:pPr lvl="1"/>
            <a:r>
              <a:rPr lang="en-US" sz="2000" dirty="0"/>
              <a:t>Events (order, shipping status, delivery)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8200" y="5685846"/>
            <a:ext cx="10515600" cy="9822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u="sng" dirty="0"/>
              <a:t>Key Point</a:t>
            </a:r>
            <a:r>
              <a:rPr lang="en-US" sz="2800" dirty="0"/>
              <a:t>: These areas of volatility give us the starting point for identification of the services/components that encapsulate them</a:t>
            </a: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7906738" y="2905823"/>
            <a:ext cx="947857" cy="389145"/>
          </a:xfrm>
          <a:prstGeom prst="rect">
            <a:avLst/>
          </a:prstGeom>
          <a:solidFill>
            <a:srgbClr val="FFFF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Manager</a:t>
            </a:r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7432810" y="1777265"/>
            <a:ext cx="947857" cy="389145"/>
          </a:xfrm>
          <a:prstGeom prst="rect">
            <a:avLst/>
          </a:prstGeom>
          <a:solidFill>
            <a:srgbClr val="FFFF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Engine</a:t>
            </a: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8151287" y="4375166"/>
            <a:ext cx="947857" cy="389145"/>
          </a:xfrm>
          <a:prstGeom prst="rect">
            <a:avLst/>
          </a:prstGeom>
          <a:solidFill>
            <a:srgbClr val="FFFF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Manager</a:t>
            </a:r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2168701" y="1777265"/>
            <a:ext cx="947857" cy="389145"/>
          </a:xfrm>
          <a:prstGeom prst="rect">
            <a:avLst/>
          </a:prstGeom>
          <a:solidFill>
            <a:srgbClr val="FFFF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Manager</a:t>
            </a:r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2360087" y="3255833"/>
            <a:ext cx="947857" cy="389145"/>
          </a:xfrm>
          <a:prstGeom prst="rect">
            <a:avLst/>
          </a:prstGeom>
          <a:solidFill>
            <a:srgbClr val="FFFF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Manager</a:t>
            </a:r>
          </a:p>
        </p:txBody>
      </p:sp>
    </p:spTree>
    <p:extLst>
      <p:ext uri="{BB962C8B-B14F-4D97-AF65-F5344CB8AC3E}">
        <p14:creationId xmlns:p14="http://schemas.microsoft.com/office/powerpoint/2010/main" val="39409065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Areas of Volatility in the Database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Same decomposition principles apply here</a:t>
            </a:r>
          </a:p>
          <a:p>
            <a:r>
              <a:rPr lang="en-US" dirty="0"/>
              <a:t>Information Hiding</a:t>
            </a:r>
          </a:p>
          <a:p>
            <a:pPr lvl="1"/>
            <a:r>
              <a:rPr lang="en-US" dirty="0"/>
              <a:t>Abstract volatility in data access techniques, data persistence architectures, and schema design</a:t>
            </a:r>
          </a:p>
          <a:p>
            <a:r>
              <a:rPr lang="en-US" dirty="0"/>
              <a:t>High cohesion in accessor is a primary goal</a:t>
            </a:r>
          </a:p>
          <a:p>
            <a:pPr lvl="1"/>
            <a:r>
              <a:rPr lang="en-US" dirty="0"/>
              <a:t>Related tables</a:t>
            </a:r>
          </a:p>
          <a:p>
            <a:pPr lvl="1"/>
            <a:r>
              <a:rPr lang="en-US" dirty="0"/>
              <a:t>Bounded Contexts</a:t>
            </a:r>
          </a:p>
        </p:txBody>
      </p:sp>
    </p:spTree>
    <p:extLst>
      <p:ext uri="{BB962C8B-B14F-4D97-AF65-F5344CB8AC3E}">
        <p14:creationId xmlns:p14="http://schemas.microsoft.com/office/powerpoint/2010/main" val="13134052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 Defining</a:t>
            </a:r>
            <a:r>
              <a:rPr lang="en-US" baseline="0" dirty="0"/>
              <a:t> unique </a:t>
            </a:r>
            <a:r>
              <a:rPr lang="en-US" dirty="0"/>
              <a:t>activities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Sample Core activities</a:t>
            </a:r>
          </a:p>
          <a:p>
            <a:pPr lvl="1"/>
            <a:r>
              <a:rPr lang="en-US" dirty="0"/>
              <a:t>Return list of products</a:t>
            </a:r>
          </a:p>
          <a:p>
            <a:pPr lvl="1"/>
            <a:r>
              <a:rPr lang="en-US" dirty="0"/>
              <a:t>Edit/view shopping cart</a:t>
            </a:r>
          </a:p>
          <a:p>
            <a:pPr lvl="1"/>
            <a:r>
              <a:rPr lang="en-US" dirty="0"/>
              <a:t>Submit credit card order</a:t>
            </a:r>
          </a:p>
          <a:p>
            <a:pPr lvl="1"/>
            <a:r>
              <a:rPr lang="en-US" dirty="0"/>
              <a:t>Send notifications</a:t>
            </a:r>
          </a:p>
          <a:p>
            <a:pPr lvl="1"/>
            <a:r>
              <a:rPr lang="en-US" dirty="0"/>
              <a:t>View an order</a:t>
            </a:r>
          </a:p>
          <a:p>
            <a:pPr lvl="1"/>
            <a:r>
              <a:rPr lang="en-US" dirty="0"/>
              <a:t>Fulfill physical product</a:t>
            </a:r>
          </a:p>
          <a:p>
            <a:pPr lvl="1"/>
            <a:r>
              <a:rPr lang="en-US" dirty="0"/>
              <a:t>Process a return</a:t>
            </a:r>
          </a:p>
          <a:p>
            <a:pPr lvl="1"/>
            <a:r>
              <a:rPr lang="en-US" dirty="0"/>
              <a:t>…</a:t>
            </a:r>
          </a:p>
          <a:p>
            <a:pPr lvl="1"/>
            <a:endParaRPr lang="en-US" dirty="0"/>
          </a:p>
          <a:p>
            <a:r>
              <a:rPr lang="en-US" dirty="0"/>
              <a:t>Do this for all activities you anticipate</a:t>
            </a:r>
          </a:p>
        </p:txBody>
      </p:sp>
    </p:spTree>
    <p:extLst>
      <p:ext uri="{BB962C8B-B14F-4D97-AF65-F5344CB8AC3E}">
        <p14:creationId xmlns:p14="http://schemas.microsoft.com/office/powerpoint/2010/main" val="38290946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Mapping activities to call chains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Define a set of services and interactions to satisfy </a:t>
            </a:r>
            <a:r>
              <a:rPr lang="en-US"/>
              <a:t>the unique activities</a:t>
            </a:r>
            <a:endParaRPr lang="en-US" dirty="0"/>
          </a:p>
          <a:p>
            <a:pPr marL="685800" lvl="2">
              <a:spcBef>
                <a:spcPts val="1000"/>
              </a:spcBef>
            </a:pPr>
            <a:r>
              <a:rPr lang="en-US" dirty="0"/>
              <a:t>Shows interaction, but not sequence or order</a:t>
            </a:r>
          </a:p>
          <a:p>
            <a:pPr marL="685800" lvl="2">
              <a:spcBef>
                <a:spcPts val="1000"/>
              </a:spcBef>
            </a:pPr>
            <a:r>
              <a:rPr lang="en-US" u="sng" dirty="0"/>
              <a:t>Lot’s of iteration here</a:t>
            </a:r>
          </a:p>
          <a:p>
            <a:r>
              <a:rPr lang="en-US" dirty="0"/>
              <a:t>Once complete, your design is validated against those call chains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83486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73989"/>
          </a:xfrm>
        </p:spPr>
        <p:txBody>
          <a:bodyPr>
            <a:normAutofit/>
          </a:bodyPr>
          <a:lstStyle/>
          <a:p>
            <a:pPr algn="r"/>
            <a:r>
              <a:rPr lang="en-US" sz="2400" dirty="0"/>
              <a:t>Edit/view </a:t>
            </a:r>
            <a:r>
              <a:rPr lang="en-US" sz="2400"/>
              <a:t>a catalog</a:t>
            </a:r>
            <a:endParaRPr lang="en-US" sz="2400" dirty="0"/>
          </a:p>
        </p:txBody>
      </p:sp>
      <p:sp>
        <p:nvSpPr>
          <p:cNvPr id="11" name="Rectangle 10"/>
          <p:cNvSpPr>
            <a:spLocks noChangeArrowheads="1"/>
          </p:cNvSpPr>
          <p:nvPr>
            <p:custDataLst>
              <p:custData r:id="rId1"/>
            </p:custDataLst>
          </p:nvPr>
        </p:nvSpPr>
        <p:spPr bwMode="auto">
          <a:xfrm>
            <a:off x="4407777" y="1295600"/>
            <a:ext cx="1125482" cy="522288"/>
          </a:xfrm>
          <a:prstGeom prst="rect">
            <a:avLst/>
          </a:prstGeom>
          <a:solidFill>
            <a:srgbClr val="99FF33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kern="0" dirty="0">
                <a:solidFill>
                  <a:sysClr val="windowText" lastClr="000000"/>
                </a:solidFill>
              </a:rPr>
              <a:t>Webstore</a:t>
            </a:r>
            <a:endParaRPr kumimoji="0" lang="en-US" sz="1200" b="1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2" name="Rectangle 11"/>
          <p:cNvSpPr>
            <a:spLocks noChangeArrowheads="1"/>
          </p:cNvSpPr>
          <p:nvPr>
            <p:custDataLst>
              <p:custData r:id="rId2"/>
            </p:custDataLst>
          </p:nvPr>
        </p:nvSpPr>
        <p:spPr bwMode="auto">
          <a:xfrm>
            <a:off x="5533259" y="2629907"/>
            <a:ext cx="1125482" cy="522288"/>
          </a:xfrm>
          <a:prstGeom prst="rect">
            <a:avLst/>
          </a:prstGeom>
          <a:solidFill>
            <a:srgbClr val="FFFF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kern="0" dirty="0">
                <a:solidFill>
                  <a:sysClr val="windowText" lastClr="000000"/>
                </a:solidFill>
              </a:rPr>
              <a:t>Catalog Manager</a:t>
            </a:r>
            <a:endParaRPr kumimoji="0" lang="en-US" sz="1200" b="1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4" name="Rectangle 13"/>
          <p:cNvSpPr>
            <a:spLocks noChangeArrowheads="1"/>
          </p:cNvSpPr>
          <p:nvPr>
            <p:custDataLst>
              <p:custData r:id="rId3"/>
            </p:custDataLst>
          </p:nvPr>
        </p:nvSpPr>
        <p:spPr bwMode="auto">
          <a:xfrm>
            <a:off x="5533259" y="4120851"/>
            <a:ext cx="1125482" cy="522287"/>
          </a:xfrm>
          <a:prstGeom prst="rect">
            <a:avLst/>
          </a:prstGeom>
          <a:solidFill>
            <a:srgbClr val="C0C0C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kern="0" dirty="0">
                <a:solidFill>
                  <a:sysClr val="windowText" lastClr="000000"/>
                </a:solidFill>
              </a:rPr>
              <a:t>Catalog Accessor</a:t>
            </a:r>
            <a:endParaRPr kumimoji="0" lang="en-US" sz="1200" b="1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cxnSp>
        <p:nvCxnSpPr>
          <p:cNvPr id="15" name="Straight Arrow Connector 14"/>
          <p:cNvCxnSpPr>
            <a:stCxn id="11" idx="2"/>
            <a:endCxn id="12" idx="0"/>
          </p:cNvCxnSpPr>
          <p:nvPr>
            <p:custDataLst>
              <p:custData r:id="rId4"/>
            </p:custDataLst>
          </p:nvPr>
        </p:nvCxnSpPr>
        <p:spPr>
          <a:xfrm>
            <a:off x="4970518" y="1817888"/>
            <a:ext cx="1125482" cy="812019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>
            <a:stCxn id="12" idx="2"/>
            <a:endCxn id="14" idx="0"/>
          </p:cNvCxnSpPr>
          <p:nvPr>
            <p:custDataLst>
              <p:custData r:id="rId5"/>
            </p:custDataLst>
          </p:nvPr>
        </p:nvCxnSpPr>
        <p:spPr>
          <a:xfrm>
            <a:off x="6096000" y="3152195"/>
            <a:ext cx="0" cy="968656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AutoShape 4"/>
          <p:cNvSpPr>
            <a:spLocks noChangeArrowheads="1"/>
          </p:cNvSpPr>
          <p:nvPr>
            <p:custDataLst>
              <p:custData r:id="rId6"/>
            </p:custDataLst>
          </p:nvPr>
        </p:nvSpPr>
        <p:spPr bwMode="auto">
          <a:xfrm>
            <a:off x="5611824" y="5279512"/>
            <a:ext cx="968352" cy="796315"/>
          </a:xfrm>
          <a:prstGeom prst="can">
            <a:avLst>
              <a:gd name="adj" fmla="val 25000"/>
            </a:avLst>
          </a:prstGeom>
          <a:solidFill>
            <a:srgbClr val="00FFFF"/>
          </a:solidFill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anchor="ctr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50" b="1" kern="0" dirty="0">
                <a:solidFill>
                  <a:sysClr val="windowText" lastClr="000000"/>
                </a:solidFill>
              </a:rPr>
              <a:t>Catalogs</a:t>
            </a:r>
          </a:p>
        </p:txBody>
      </p:sp>
      <p:cxnSp>
        <p:nvCxnSpPr>
          <p:cNvPr id="28" name="Straight Arrow Connector 27"/>
          <p:cNvCxnSpPr>
            <a:stCxn id="14" idx="2"/>
            <a:endCxn id="24" idx="1"/>
          </p:cNvCxnSpPr>
          <p:nvPr>
            <p:custDataLst>
              <p:custData r:id="rId7"/>
            </p:custDataLst>
          </p:nvPr>
        </p:nvCxnSpPr>
        <p:spPr>
          <a:xfrm>
            <a:off x="6096000" y="4643138"/>
            <a:ext cx="0" cy="636374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>
            <a:spLocks noChangeArrowheads="1"/>
          </p:cNvSpPr>
          <p:nvPr>
            <p:custDataLst>
              <p:custData r:id="rId8"/>
            </p:custDataLst>
          </p:nvPr>
        </p:nvSpPr>
        <p:spPr bwMode="auto">
          <a:xfrm>
            <a:off x="6658741" y="1295600"/>
            <a:ext cx="1125482" cy="522288"/>
          </a:xfrm>
          <a:prstGeom prst="rect">
            <a:avLst/>
          </a:prstGeom>
          <a:solidFill>
            <a:srgbClr val="99FF33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kern="0">
                <a:solidFill>
                  <a:sysClr val="windowText" lastClr="000000"/>
                </a:solidFill>
              </a:rPr>
              <a:t>Admin</a:t>
            </a:r>
            <a:endParaRPr kumimoji="0" lang="en-US" sz="1200" b="1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cxnSp>
        <p:nvCxnSpPr>
          <p:cNvPr id="18" name="Straight Arrow Connector 17"/>
          <p:cNvCxnSpPr>
            <a:stCxn id="16" idx="2"/>
            <a:endCxn id="12" idx="0"/>
          </p:cNvCxnSpPr>
          <p:nvPr>
            <p:custDataLst>
              <p:custData r:id="rId9"/>
            </p:custDataLst>
          </p:nvPr>
        </p:nvCxnSpPr>
        <p:spPr>
          <a:xfrm flipH="1">
            <a:off x="6096000" y="1817888"/>
            <a:ext cx="1125482" cy="812019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704129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73989"/>
          </a:xfrm>
        </p:spPr>
        <p:txBody>
          <a:bodyPr>
            <a:normAutofit/>
          </a:bodyPr>
          <a:lstStyle/>
          <a:p>
            <a:pPr algn="r"/>
            <a:r>
              <a:rPr lang="en-US" sz="2400" dirty="0"/>
              <a:t>Edit/view shopping cart – As Designed</a:t>
            </a:r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5533259" y="1358101"/>
            <a:ext cx="1125482" cy="522288"/>
          </a:xfrm>
          <a:prstGeom prst="rect">
            <a:avLst/>
          </a:prstGeom>
          <a:solidFill>
            <a:srgbClr val="99FF33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Webstore</a:t>
            </a:r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5533259" y="2257949"/>
            <a:ext cx="1125482" cy="522288"/>
          </a:xfrm>
          <a:prstGeom prst="rect">
            <a:avLst/>
          </a:prstGeom>
          <a:solidFill>
            <a:srgbClr val="FFFF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kern="0" dirty="0">
                <a:solidFill>
                  <a:sysClr val="windowText" lastClr="000000"/>
                </a:solidFill>
              </a:rPr>
              <a:t>Order Manager</a:t>
            </a:r>
            <a:endParaRPr kumimoji="0" lang="en-US" sz="1200" b="1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2325058" y="4823707"/>
            <a:ext cx="1125482" cy="522287"/>
          </a:xfrm>
          <a:prstGeom prst="rect">
            <a:avLst/>
          </a:prstGeom>
          <a:solidFill>
            <a:srgbClr val="C0C0C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kern="0" dirty="0">
                <a:solidFill>
                  <a:sysClr val="windowText" lastClr="000000"/>
                </a:solidFill>
              </a:rPr>
              <a:t>Cart Accessor</a:t>
            </a:r>
            <a:endParaRPr kumimoji="0" lang="en-US" sz="1200" b="1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4" name="Rectangle 13"/>
          <p:cNvSpPr>
            <a:spLocks noChangeArrowheads="1"/>
          </p:cNvSpPr>
          <p:nvPr/>
        </p:nvSpPr>
        <p:spPr bwMode="auto">
          <a:xfrm>
            <a:off x="4576022" y="4823707"/>
            <a:ext cx="1125482" cy="522287"/>
          </a:xfrm>
          <a:prstGeom prst="rect">
            <a:avLst/>
          </a:prstGeom>
          <a:solidFill>
            <a:srgbClr val="C0C0C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kern="0" dirty="0">
                <a:solidFill>
                  <a:sysClr val="windowText" lastClr="000000"/>
                </a:solidFill>
              </a:rPr>
              <a:t>Tax Rules Accessor</a:t>
            </a:r>
            <a:endParaRPr kumimoji="0" lang="en-US" sz="1200" b="1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cxnSp>
        <p:nvCxnSpPr>
          <p:cNvPr id="15" name="Straight Arrow Connector 14"/>
          <p:cNvCxnSpPr>
            <a:stCxn id="11" idx="2"/>
            <a:endCxn id="12" idx="0"/>
          </p:cNvCxnSpPr>
          <p:nvPr/>
        </p:nvCxnSpPr>
        <p:spPr>
          <a:xfrm>
            <a:off x="6096000" y="1880389"/>
            <a:ext cx="0" cy="37756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>
            <a:stCxn id="12" idx="2"/>
            <a:endCxn id="13" idx="0"/>
          </p:cNvCxnSpPr>
          <p:nvPr/>
        </p:nvCxnSpPr>
        <p:spPr>
          <a:xfrm flipH="1">
            <a:off x="2887799" y="2780237"/>
            <a:ext cx="3208201" cy="204347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>
            <a:stCxn id="12" idx="2"/>
            <a:endCxn id="16" idx="0"/>
          </p:cNvCxnSpPr>
          <p:nvPr/>
        </p:nvCxnSpPr>
        <p:spPr>
          <a:xfrm flipH="1">
            <a:off x="5138763" y="2780237"/>
            <a:ext cx="957237" cy="1115427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AutoShape 4"/>
          <p:cNvSpPr>
            <a:spLocks noChangeArrowheads="1"/>
          </p:cNvSpPr>
          <p:nvPr/>
        </p:nvSpPr>
        <p:spPr bwMode="auto">
          <a:xfrm>
            <a:off x="2403623" y="5718897"/>
            <a:ext cx="968352" cy="796315"/>
          </a:xfrm>
          <a:prstGeom prst="can">
            <a:avLst>
              <a:gd name="adj" fmla="val 25000"/>
            </a:avLst>
          </a:prstGeom>
          <a:solidFill>
            <a:srgbClr val="00FFFF"/>
          </a:solidFill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anchor="ctr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50" b="1" kern="0" dirty="0">
                <a:solidFill>
                  <a:sysClr val="windowText" lastClr="000000"/>
                </a:solidFill>
              </a:rPr>
              <a:t>Carts</a:t>
            </a:r>
          </a:p>
        </p:txBody>
      </p:sp>
      <p:cxnSp>
        <p:nvCxnSpPr>
          <p:cNvPr id="25" name="Straight Arrow Connector 24"/>
          <p:cNvCxnSpPr>
            <a:stCxn id="13" idx="2"/>
            <a:endCxn id="23" idx="1"/>
          </p:cNvCxnSpPr>
          <p:nvPr/>
        </p:nvCxnSpPr>
        <p:spPr>
          <a:xfrm>
            <a:off x="2887799" y="5345994"/>
            <a:ext cx="0" cy="372903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>
            <a:stCxn id="14" idx="2"/>
            <a:endCxn id="36" idx="0"/>
          </p:cNvCxnSpPr>
          <p:nvPr/>
        </p:nvCxnSpPr>
        <p:spPr>
          <a:xfrm>
            <a:off x="5138763" y="5345994"/>
            <a:ext cx="0" cy="509916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>
            <a:spLocks noChangeArrowheads="1"/>
          </p:cNvSpPr>
          <p:nvPr/>
        </p:nvSpPr>
        <p:spPr bwMode="auto">
          <a:xfrm>
            <a:off x="4576022" y="3895664"/>
            <a:ext cx="1125482" cy="522288"/>
          </a:xfrm>
          <a:prstGeom prst="rect">
            <a:avLst/>
          </a:prstGeom>
          <a:solidFill>
            <a:srgbClr val="FFFF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kern="0" dirty="0">
                <a:solidFill>
                  <a:sysClr val="windowText" lastClr="000000"/>
                </a:solidFill>
              </a:rPr>
              <a:t>Tax Calculation Engine</a:t>
            </a:r>
            <a:endParaRPr kumimoji="0" lang="en-US" sz="1200" b="1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auto">
          <a:xfrm>
            <a:off x="7002010" y="3279684"/>
            <a:ext cx="1125482" cy="522288"/>
          </a:xfrm>
          <a:prstGeom prst="rect">
            <a:avLst/>
          </a:prstGeom>
          <a:solidFill>
            <a:srgbClr val="FFFF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kern="0" dirty="0">
                <a:solidFill>
                  <a:sysClr val="windowText" lastClr="000000"/>
                </a:solidFill>
              </a:rPr>
              <a:t>Pricing Engine</a:t>
            </a:r>
            <a:endParaRPr kumimoji="0" lang="en-US" sz="1200" b="1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cxnSp>
        <p:nvCxnSpPr>
          <p:cNvPr id="19" name="Straight Arrow Connector 18"/>
          <p:cNvCxnSpPr>
            <a:stCxn id="16" idx="2"/>
            <a:endCxn id="14" idx="0"/>
          </p:cNvCxnSpPr>
          <p:nvPr/>
        </p:nvCxnSpPr>
        <p:spPr>
          <a:xfrm>
            <a:off x="5138763" y="4417952"/>
            <a:ext cx="0" cy="405755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>
            <a:spLocks noChangeArrowheads="1"/>
          </p:cNvSpPr>
          <p:nvPr/>
        </p:nvSpPr>
        <p:spPr bwMode="auto">
          <a:xfrm>
            <a:off x="6264245" y="4823707"/>
            <a:ext cx="1125482" cy="522287"/>
          </a:xfrm>
          <a:prstGeom prst="rect">
            <a:avLst/>
          </a:prstGeom>
          <a:solidFill>
            <a:srgbClr val="C0C0C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kern="0" dirty="0">
                <a:solidFill>
                  <a:sysClr val="windowText" lastClr="000000"/>
                </a:solidFill>
              </a:rPr>
              <a:t>Volume Discount Rules Accessor</a:t>
            </a:r>
            <a:endParaRPr kumimoji="0" lang="en-US" sz="1200" b="1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2" name="AutoShape 4"/>
          <p:cNvSpPr>
            <a:spLocks noChangeArrowheads="1"/>
          </p:cNvSpPr>
          <p:nvPr/>
        </p:nvSpPr>
        <p:spPr bwMode="auto">
          <a:xfrm>
            <a:off x="6342810" y="5718897"/>
            <a:ext cx="968352" cy="796315"/>
          </a:xfrm>
          <a:prstGeom prst="can">
            <a:avLst>
              <a:gd name="adj" fmla="val 25000"/>
            </a:avLst>
          </a:prstGeom>
          <a:solidFill>
            <a:srgbClr val="00FFFF"/>
          </a:solidFill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anchor="ctr">
            <a:normAutofit fontScale="92500"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50" b="1" kern="0" dirty="0">
                <a:solidFill>
                  <a:sysClr val="windowText" lastClr="000000"/>
                </a:solidFill>
              </a:rPr>
              <a:t>Volume Discount Rules</a:t>
            </a:r>
          </a:p>
        </p:txBody>
      </p:sp>
      <p:cxnSp>
        <p:nvCxnSpPr>
          <p:cNvPr id="26" name="Straight Arrow Connector 25"/>
          <p:cNvCxnSpPr>
            <a:stCxn id="21" idx="2"/>
            <a:endCxn id="22" idx="1"/>
          </p:cNvCxnSpPr>
          <p:nvPr/>
        </p:nvCxnSpPr>
        <p:spPr>
          <a:xfrm>
            <a:off x="6826986" y="5345994"/>
            <a:ext cx="0" cy="372903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>
            <a:stCxn id="12" idx="2"/>
            <a:endCxn id="18" idx="0"/>
          </p:cNvCxnSpPr>
          <p:nvPr/>
        </p:nvCxnSpPr>
        <p:spPr>
          <a:xfrm>
            <a:off x="6096000" y="2780237"/>
            <a:ext cx="1468751" cy="499447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>
            <a:stCxn id="18" idx="2"/>
            <a:endCxn id="21" idx="0"/>
          </p:cNvCxnSpPr>
          <p:nvPr/>
        </p:nvCxnSpPr>
        <p:spPr>
          <a:xfrm flipH="1">
            <a:off x="6826986" y="3801972"/>
            <a:ext cx="737765" cy="1021735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>
            <a:spLocks noChangeArrowheads="1"/>
          </p:cNvSpPr>
          <p:nvPr/>
        </p:nvSpPr>
        <p:spPr bwMode="auto">
          <a:xfrm>
            <a:off x="7926785" y="4823707"/>
            <a:ext cx="1125482" cy="522287"/>
          </a:xfrm>
          <a:prstGeom prst="rect">
            <a:avLst/>
          </a:prstGeom>
          <a:solidFill>
            <a:srgbClr val="C0C0C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kern="0" dirty="0">
                <a:solidFill>
                  <a:sysClr val="windowText" lastClr="000000"/>
                </a:solidFill>
              </a:rPr>
              <a:t>Coupon Rules Accessor</a:t>
            </a:r>
            <a:endParaRPr kumimoji="0" lang="en-US" sz="1200" b="1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32" name="AutoShape 4"/>
          <p:cNvSpPr>
            <a:spLocks noChangeArrowheads="1"/>
          </p:cNvSpPr>
          <p:nvPr/>
        </p:nvSpPr>
        <p:spPr bwMode="auto">
          <a:xfrm>
            <a:off x="8005350" y="5718897"/>
            <a:ext cx="968352" cy="796315"/>
          </a:xfrm>
          <a:prstGeom prst="can">
            <a:avLst>
              <a:gd name="adj" fmla="val 25000"/>
            </a:avLst>
          </a:prstGeom>
          <a:solidFill>
            <a:srgbClr val="00FFFF"/>
          </a:solidFill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anchor="ctr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50" b="1" kern="0" dirty="0">
                <a:solidFill>
                  <a:sysClr val="windowText" lastClr="000000"/>
                </a:solidFill>
              </a:rPr>
              <a:t>Coupon Rules</a:t>
            </a:r>
          </a:p>
        </p:txBody>
      </p:sp>
      <p:cxnSp>
        <p:nvCxnSpPr>
          <p:cNvPr id="33" name="Straight Arrow Connector 32"/>
          <p:cNvCxnSpPr>
            <a:stCxn id="30" idx="2"/>
            <a:endCxn id="32" idx="1"/>
          </p:cNvCxnSpPr>
          <p:nvPr/>
        </p:nvCxnSpPr>
        <p:spPr>
          <a:xfrm>
            <a:off x="8489526" y="5345994"/>
            <a:ext cx="0" cy="372903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>
            <a:stCxn id="18" idx="2"/>
            <a:endCxn id="30" idx="0"/>
          </p:cNvCxnSpPr>
          <p:nvPr/>
        </p:nvCxnSpPr>
        <p:spPr>
          <a:xfrm>
            <a:off x="7564751" y="3801972"/>
            <a:ext cx="924775" cy="1021735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>
            <a:spLocks noChangeArrowheads="1"/>
          </p:cNvSpPr>
          <p:nvPr/>
        </p:nvSpPr>
        <p:spPr bwMode="auto">
          <a:xfrm>
            <a:off x="4576021" y="5855910"/>
            <a:ext cx="1125483" cy="522287"/>
          </a:xfrm>
          <a:prstGeom prst="rect">
            <a:avLst/>
          </a:prstGeom>
          <a:solidFill>
            <a:srgbClr val="00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Tax Rules</a:t>
            </a:r>
            <a:r>
              <a:rPr kumimoji="0" lang="en-US" sz="1200" b="1" i="0" u="none" strike="noStrike" kern="0" cap="none" spc="0" normalizeH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 </a:t>
            </a: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API</a:t>
            </a:r>
          </a:p>
        </p:txBody>
      </p:sp>
      <p:sp>
        <p:nvSpPr>
          <p:cNvPr id="37" name="Rectangle 36"/>
          <p:cNvSpPr>
            <a:spLocks noChangeArrowheads="1"/>
          </p:cNvSpPr>
          <p:nvPr/>
        </p:nvSpPr>
        <p:spPr bwMode="auto">
          <a:xfrm>
            <a:off x="9536443" y="4823706"/>
            <a:ext cx="1125482" cy="522287"/>
          </a:xfrm>
          <a:prstGeom prst="rect">
            <a:avLst/>
          </a:prstGeom>
          <a:solidFill>
            <a:srgbClr val="C0C0C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kern="0" dirty="0">
                <a:solidFill>
                  <a:sysClr val="windowText" lastClr="000000"/>
                </a:solidFill>
              </a:rPr>
              <a:t>Catalog Accessor</a:t>
            </a:r>
            <a:endParaRPr kumimoji="0" lang="en-US" sz="1200" b="1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38" name="AutoShape 4"/>
          <p:cNvSpPr>
            <a:spLocks noChangeArrowheads="1"/>
          </p:cNvSpPr>
          <p:nvPr/>
        </p:nvSpPr>
        <p:spPr bwMode="auto">
          <a:xfrm>
            <a:off x="9615008" y="5718896"/>
            <a:ext cx="968352" cy="796315"/>
          </a:xfrm>
          <a:prstGeom prst="can">
            <a:avLst>
              <a:gd name="adj" fmla="val 25000"/>
            </a:avLst>
          </a:prstGeom>
          <a:solidFill>
            <a:srgbClr val="00FFFF"/>
          </a:solidFill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anchor="ctr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50" b="1" kern="0" dirty="0">
                <a:solidFill>
                  <a:sysClr val="windowText" lastClr="000000"/>
                </a:solidFill>
              </a:rPr>
              <a:t>Catalogs</a:t>
            </a:r>
          </a:p>
        </p:txBody>
      </p:sp>
      <p:cxnSp>
        <p:nvCxnSpPr>
          <p:cNvPr id="39" name="Straight Arrow Connector 38"/>
          <p:cNvCxnSpPr>
            <a:stCxn id="37" idx="2"/>
            <a:endCxn id="38" idx="1"/>
          </p:cNvCxnSpPr>
          <p:nvPr/>
        </p:nvCxnSpPr>
        <p:spPr>
          <a:xfrm>
            <a:off x="10099184" y="5345993"/>
            <a:ext cx="0" cy="372903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>
            <a:stCxn id="18" idx="2"/>
            <a:endCxn id="37" idx="0"/>
          </p:cNvCxnSpPr>
          <p:nvPr/>
        </p:nvCxnSpPr>
        <p:spPr>
          <a:xfrm>
            <a:off x="7564751" y="3801972"/>
            <a:ext cx="2534433" cy="1021734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384679" y="544397"/>
            <a:ext cx="333296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/>
              <a:t>Rev A – Collapsed Coupon and Volume Discount Engines into Pricing Engine</a:t>
            </a:r>
          </a:p>
        </p:txBody>
      </p:sp>
    </p:spTree>
    <p:extLst>
      <p:ext uri="{BB962C8B-B14F-4D97-AF65-F5344CB8AC3E}">
        <p14:creationId xmlns:p14="http://schemas.microsoft.com/office/powerpoint/2010/main" val="5522307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73989"/>
          </a:xfrm>
        </p:spPr>
        <p:txBody>
          <a:bodyPr>
            <a:normAutofit/>
          </a:bodyPr>
          <a:lstStyle/>
          <a:p>
            <a:pPr algn="r"/>
            <a:r>
              <a:rPr lang="en-US" sz="2400" dirty="0"/>
              <a:t>Edit/view shopping cart – As implemented</a:t>
            </a:r>
          </a:p>
        </p:txBody>
      </p:sp>
      <p:sp>
        <p:nvSpPr>
          <p:cNvPr id="11" name="Rectangle 10"/>
          <p:cNvSpPr>
            <a:spLocks noChangeArrowheads="1"/>
          </p:cNvSpPr>
          <p:nvPr>
            <p:custDataLst>
              <p:custData r:id="rId1"/>
            </p:custDataLst>
          </p:nvPr>
        </p:nvSpPr>
        <p:spPr bwMode="auto">
          <a:xfrm>
            <a:off x="5533259" y="1358101"/>
            <a:ext cx="1125482" cy="522288"/>
          </a:xfrm>
          <a:prstGeom prst="rect">
            <a:avLst/>
          </a:prstGeom>
          <a:solidFill>
            <a:srgbClr val="99FF33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Webstore</a:t>
            </a:r>
          </a:p>
        </p:txBody>
      </p:sp>
      <p:sp>
        <p:nvSpPr>
          <p:cNvPr id="12" name="Rectangle 11"/>
          <p:cNvSpPr>
            <a:spLocks noChangeArrowheads="1"/>
          </p:cNvSpPr>
          <p:nvPr>
            <p:custDataLst>
              <p:custData r:id="rId2"/>
            </p:custDataLst>
          </p:nvPr>
        </p:nvSpPr>
        <p:spPr bwMode="auto">
          <a:xfrm>
            <a:off x="5533259" y="2257949"/>
            <a:ext cx="1125482" cy="522288"/>
          </a:xfrm>
          <a:prstGeom prst="rect">
            <a:avLst/>
          </a:prstGeom>
          <a:solidFill>
            <a:srgbClr val="FFFF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kern="0" dirty="0">
                <a:solidFill>
                  <a:sysClr val="windowText" lastClr="000000"/>
                </a:solidFill>
              </a:rPr>
              <a:t>Order Manager</a:t>
            </a:r>
            <a:endParaRPr kumimoji="0" lang="en-US" sz="1200" b="1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3" name="Rectangle 12"/>
          <p:cNvSpPr>
            <a:spLocks noChangeArrowheads="1"/>
          </p:cNvSpPr>
          <p:nvPr>
            <p:custDataLst>
              <p:custData r:id="rId3"/>
            </p:custDataLst>
          </p:nvPr>
        </p:nvSpPr>
        <p:spPr bwMode="auto">
          <a:xfrm>
            <a:off x="2325058" y="4823707"/>
            <a:ext cx="1125482" cy="522287"/>
          </a:xfrm>
          <a:prstGeom prst="rect">
            <a:avLst/>
          </a:prstGeom>
          <a:solidFill>
            <a:srgbClr val="C0C0C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kern="0" dirty="0">
                <a:solidFill>
                  <a:sysClr val="windowText" lastClr="000000"/>
                </a:solidFill>
              </a:rPr>
              <a:t>Cart Accessor</a:t>
            </a:r>
            <a:endParaRPr kumimoji="0" lang="en-US" sz="1200" b="1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cxnSp>
        <p:nvCxnSpPr>
          <p:cNvPr id="15" name="Straight Arrow Connector 14"/>
          <p:cNvCxnSpPr>
            <a:stCxn id="11" idx="2"/>
            <a:endCxn id="12" idx="0"/>
          </p:cNvCxnSpPr>
          <p:nvPr>
            <p:custDataLst>
              <p:custData r:id="rId4"/>
            </p:custDataLst>
          </p:nvPr>
        </p:nvCxnSpPr>
        <p:spPr>
          <a:xfrm>
            <a:off x="6096000" y="1880389"/>
            <a:ext cx="0" cy="37756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>
            <a:stCxn id="12" idx="2"/>
            <a:endCxn id="13" idx="0"/>
          </p:cNvCxnSpPr>
          <p:nvPr>
            <p:custDataLst>
              <p:custData r:id="rId5"/>
            </p:custDataLst>
          </p:nvPr>
        </p:nvCxnSpPr>
        <p:spPr>
          <a:xfrm flipH="1">
            <a:off x="2887799" y="2780237"/>
            <a:ext cx="3208201" cy="204347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>
            <a:stCxn id="12" idx="2"/>
            <a:endCxn id="16" idx="0"/>
          </p:cNvCxnSpPr>
          <p:nvPr>
            <p:custDataLst>
              <p:custData r:id="rId6"/>
            </p:custDataLst>
          </p:nvPr>
        </p:nvCxnSpPr>
        <p:spPr>
          <a:xfrm flipH="1">
            <a:off x="5138763" y="2780237"/>
            <a:ext cx="957237" cy="1115427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AutoShape 4"/>
          <p:cNvSpPr>
            <a:spLocks noChangeArrowheads="1"/>
          </p:cNvSpPr>
          <p:nvPr>
            <p:custDataLst>
              <p:custData r:id="rId7"/>
            </p:custDataLst>
          </p:nvPr>
        </p:nvSpPr>
        <p:spPr bwMode="auto">
          <a:xfrm>
            <a:off x="2403623" y="5718897"/>
            <a:ext cx="968352" cy="796315"/>
          </a:xfrm>
          <a:prstGeom prst="can">
            <a:avLst>
              <a:gd name="adj" fmla="val 25000"/>
            </a:avLst>
          </a:prstGeom>
          <a:solidFill>
            <a:srgbClr val="00FFFF"/>
          </a:solidFill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anchor="ctr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50" b="1" kern="0" dirty="0">
                <a:solidFill>
                  <a:sysClr val="windowText" lastClr="000000"/>
                </a:solidFill>
              </a:rPr>
              <a:t>Carts</a:t>
            </a:r>
          </a:p>
        </p:txBody>
      </p:sp>
      <p:cxnSp>
        <p:nvCxnSpPr>
          <p:cNvPr id="25" name="Straight Arrow Connector 24"/>
          <p:cNvCxnSpPr>
            <a:stCxn id="13" idx="2"/>
            <a:endCxn id="23" idx="1"/>
          </p:cNvCxnSpPr>
          <p:nvPr>
            <p:custDataLst>
              <p:custData r:id="rId8"/>
            </p:custDataLst>
          </p:nvPr>
        </p:nvCxnSpPr>
        <p:spPr>
          <a:xfrm>
            <a:off x="2887799" y="5345994"/>
            <a:ext cx="0" cy="372903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>
            <a:spLocks noChangeArrowheads="1"/>
          </p:cNvSpPr>
          <p:nvPr>
            <p:custDataLst>
              <p:custData r:id="rId9"/>
            </p:custDataLst>
          </p:nvPr>
        </p:nvSpPr>
        <p:spPr bwMode="auto">
          <a:xfrm>
            <a:off x="4576022" y="3895664"/>
            <a:ext cx="1125482" cy="522288"/>
          </a:xfrm>
          <a:prstGeom prst="rect">
            <a:avLst/>
          </a:prstGeom>
          <a:solidFill>
            <a:srgbClr val="FFFF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kern="0" dirty="0">
                <a:solidFill>
                  <a:sysClr val="windowText" lastClr="000000"/>
                </a:solidFill>
              </a:rPr>
              <a:t>Tax Calculation Engine</a:t>
            </a:r>
            <a:endParaRPr kumimoji="0" lang="en-US" sz="1200" b="1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8" name="Rectangle 17"/>
          <p:cNvSpPr>
            <a:spLocks noChangeArrowheads="1"/>
          </p:cNvSpPr>
          <p:nvPr>
            <p:custDataLst>
              <p:custData r:id="rId10"/>
            </p:custDataLst>
          </p:nvPr>
        </p:nvSpPr>
        <p:spPr bwMode="auto">
          <a:xfrm>
            <a:off x="7002010" y="3279684"/>
            <a:ext cx="1125482" cy="522288"/>
          </a:xfrm>
          <a:prstGeom prst="rect">
            <a:avLst/>
          </a:prstGeom>
          <a:solidFill>
            <a:srgbClr val="FFFF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kern="0" dirty="0">
                <a:solidFill>
                  <a:sysClr val="windowText" lastClr="000000"/>
                </a:solidFill>
              </a:rPr>
              <a:t>Pricing Engine</a:t>
            </a:r>
            <a:endParaRPr kumimoji="0" lang="en-US" sz="1200" b="1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cxnSp>
        <p:nvCxnSpPr>
          <p:cNvPr id="27" name="Straight Arrow Connector 26"/>
          <p:cNvCxnSpPr>
            <a:stCxn id="12" idx="2"/>
            <a:endCxn id="18" idx="0"/>
          </p:cNvCxnSpPr>
          <p:nvPr>
            <p:custDataLst>
              <p:custData r:id="rId11"/>
            </p:custDataLst>
          </p:nvPr>
        </p:nvCxnSpPr>
        <p:spPr>
          <a:xfrm>
            <a:off x="6096000" y="2780237"/>
            <a:ext cx="1468751" cy="499447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Rectangle 36"/>
          <p:cNvSpPr>
            <a:spLocks noChangeArrowheads="1"/>
          </p:cNvSpPr>
          <p:nvPr>
            <p:custDataLst>
              <p:custData r:id="rId12"/>
            </p:custDataLst>
          </p:nvPr>
        </p:nvSpPr>
        <p:spPr bwMode="auto">
          <a:xfrm>
            <a:off x="7002010" y="4716828"/>
            <a:ext cx="1125482" cy="522287"/>
          </a:xfrm>
          <a:prstGeom prst="rect">
            <a:avLst/>
          </a:prstGeom>
          <a:solidFill>
            <a:srgbClr val="C0C0C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kern="0" dirty="0">
                <a:solidFill>
                  <a:sysClr val="windowText" lastClr="000000"/>
                </a:solidFill>
              </a:rPr>
              <a:t>Catalog Accessor</a:t>
            </a:r>
            <a:endParaRPr kumimoji="0" lang="en-US" sz="1200" b="1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38" name="AutoShape 4"/>
          <p:cNvSpPr>
            <a:spLocks noChangeArrowheads="1"/>
          </p:cNvSpPr>
          <p:nvPr>
            <p:custDataLst>
              <p:custData r:id="rId13"/>
            </p:custDataLst>
          </p:nvPr>
        </p:nvSpPr>
        <p:spPr bwMode="auto">
          <a:xfrm>
            <a:off x="7080575" y="5612018"/>
            <a:ext cx="968352" cy="796315"/>
          </a:xfrm>
          <a:prstGeom prst="can">
            <a:avLst>
              <a:gd name="adj" fmla="val 25000"/>
            </a:avLst>
          </a:prstGeom>
          <a:solidFill>
            <a:srgbClr val="00FFFF"/>
          </a:solidFill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anchor="ctr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50" b="1" kern="0" dirty="0">
                <a:solidFill>
                  <a:sysClr val="windowText" lastClr="000000"/>
                </a:solidFill>
              </a:rPr>
              <a:t>Catalogs</a:t>
            </a:r>
          </a:p>
        </p:txBody>
      </p:sp>
      <p:cxnSp>
        <p:nvCxnSpPr>
          <p:cNvPr id="39" name="Straight Arrow Connector 38"/>
          <p:cNvCxnSpPr>
            <a:cxnSpLocks/>
            <a:stCxn id="37" idx="2"/>
            <a:endCxn id="38" idx="1"/>
          </p:cNvCxnSpPr>
          <p:nvPr>
            <p:custDataLst>
              <p:custData r:id="rId14"/>
            </p:custDataLst>
          </p:nvPr>
        </p:nvCxnSpPr>
        <p:spPr>
          <a:xfrm>
            <a:off x="7564751" y="5239115"/>
            <a:ext cx="0" cy="372903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>
            <a:cxnSpLocks/>
            <a:stCxn id="18" idx="2"/>
            <a:endCxn id="37" idx="0"/>
          </p:cNvCxnSpPr>
          <p:nvPr>
            <p:custDataLst>
              <p:custData r:id="rId15"/>
            </p:custDataLst>
          </p:nvPr>
        </p:nvCxnSpPr>
        <p:spPr>
          <a:xfrm>
            <a:off x="7564751" y="3801972"/>
            <a:ext cx="0" cy="914856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384679" y="544397"/>
            <a:ext cx="333296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/>
              <a:t>Rev A – Collapsed Coupon and Volume Discount Engines into Pricing Engine</a:t>
            </a:r>
          </a:p>
        </p:txBody>
      </p:sp>
    </p:spTree>
    <p:extLst>
      <p:ext uri="{BB962C8B-B14F-4D97-AF65-F5344CB8AC3E}">
        <p14:creationId xmlns:p14="http://schemas.microsoft.com/office/powerpoint/2010/main" val="38882950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73989"/>
          </a:xfrm>
        </p:spPr>
        <p:txBody>
          <a:bodyPr>
            <a:normAutofit/>
          </a:bodyPr>
          <a:lstStyle/>
          <a:p>
            <a:pPr algn="r"/>
            <a:r>
              <a:rPr lang="en-US" sz="2400" dirty="0"/>
              <a:t>Edit/view shopping cart – Tax Rule Accessor</a:t>
            </a:r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5533259" y="1358101"/>
            <a:ext cx="1125482" cy="522288"/>
          </a:xfrm>
          <a:prstGeom prst="rect">
            <a:avLst/>
          </a:prstGeom>
          <a:solidFill>
            <a:srgbClr val="99FF33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Webstore</a:t>
            </a:r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5533259" y="2257949"/>
            <a:ext cx="1125482" cy="522288"/>
          </a:xfrm>
          <a:prstGeom prst="rect">
            <a:avLst/>
          </a:prstGeom>
          <a:solidFill>
            <a:srgbClr val="FFFF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kern="0" dirty="0">
                <a:solidFill>
                  <a:sysClr val="windowText" lastClr="000000"/>
                </a:solidFill>
              </a:rPr>
              <a:t>Order Manager</a:t>
            </a:r>
            <a:endParaRPr kumimoji="0" lang="en-US" sz="1200" b="1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2325058" y="4823707"/>
            <a:ext cx="1125482" cy="522287"/>
          </a:xfrm>
          <a:prstGeom prst="rect">
            <a:avLst/>
          </a:prstGeom>
          <a:solidFill>
            <a:srgbClr val="C0C0C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kern="0" dirty="0">
                <a:solidFill>
                  <a:sysClr val="windowText" lastClr="000000"/>
                </a:solidFill>
              </a:rPr>
              <a:t>Cart Accessor</a:t>
            </a:r>
            <a:endParaRPr kumimoji="0" lang="en-US" sz="1200" b="1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4" name="Rectangle 13"/>
          <p:cNvSpPr>
            <a:spLocks noChangeArrowheads="1"/>
          </p:cNvSpPr>
          <p:nvPr/>
        </p:nvSpPr>
        <p:spPr bwMode="auto">
          <a:xfrm>
            <a:off x="4576022" y="4823707"/>
            <a:ext cx="1125482" cy="522287"/>
          </a:xfrm>
          <a:prstGeom prst="rect">
            <a:avLst/>
          </a:prstGeom>
          <a:solidFill>
            <a:srgbClr val="C0C0C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kern="0" dirty="0">
                <a:solidFill>
                  <a:sysClr val="windowText" lastClr="000000"/>
                </a:solidFill>
              </a:rPr>
              <a:t>Tax Rule Accessor</a:t>
            </a:r>
            <a:endParaRPr kumimoji="0" lang="en-US" sz="1200" b="1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cxnSp>
        <p:nvCxnSpPr>
          <p:cNvPr id="15" name="Straight Arrow Connector 14"/>
          <p:cNvCxnSpPr>
            <a:stCxn id="11" idx="2"/>
            <a:endCxn id="12" idx="0"/>
          </p:cNvCxnSpPr>
          <p:nvPr/>
        </p:nvCxnSpPr>
        <p:spPr>
          <a:xfrm>
            <a:off x="6096000" y="1880389"/>
            <a:ext cx="0" cy="37756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>
            <a:stCxn id="12" idx="2"/>
            <a:endCxn id="13" idx="0"/>
          </p:cNvCxnSpPr>
          <p:nvPr/>
        </p:nvCxnSpPr>
        <p:spPr>
          <a:xfrm flipH="1">
            <a:off x="2887799" y="2780237"/>
            <a:ext cx="3208201" cy="204347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>
            <a:stCxn id="12" idx="2"/>
            <a:endCxn id="16" idx="0"/>
          </p:cNvCxnSpPr>
          <p:nvPr/>
        </p:nvCxnSpPr>
        <p:spPr>
          <a:xfrm flipH="1">
            <a:off x="5138763" y="2780237"/>
            <a:ext cx="957237" cy="1115427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AutoShape 4"/>
          <p:cNvSpPr>
            <a:spLocks noChangeArrowheads="1"/>
          </p:cNvSpPr>
          <p:nvPr/>
        </p:nvSpPr>
        <p:spPr bwMode="auto">
          <a:xfrm>
            <a:off x="2403623" y="5718897"/>
            <a:ext cx="968352" cy="796315"/>
          </a:xfrm>
          <a:prstGeom prst="can">
            <a:avLst>
              <a:gd name="adj" fmla="val 25000"/>
            </a:avLst>
          </a:prstGeom>
          <a:solidFill>
            <a:srgbClr val="00FFFF"/>
          </a:solidFill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anchor="ctr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50" b="1" kern="0" dirty="0">
                <a:solidFill>
                  <a:sysClr val="windowText" lastClr="000000"/>
                </a:solidFill>
              </a:rPr>
              <a:t>Carts</a:t>
            </a:r>
          </a:p>
        </p:txBody>
      </p:sp>
      <p:cxnSp>
        <p:nvCxnSpPr>
          <p:cNvPr id="25" name="Straight Arrow Connector 24"/>
          <p:cNvCxnSpPr>
            <a:stCxn id="13" idx="2"/>
            <a:endCxn id="23" idx="1"/>
          </p:cNvCxnSpPr>
          <p:nvPr/>
        </p:nvCxnSpPr>
        <p:spPr>
          <a:xfrm>
            <a:off x="2887799" y="5345994"/>
            <a:ext cx="0" cy="372903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>
            <a:stCxn id="14" idx="2"/>
            <a:endCxn id="36" idx="0"/>
          </p:cNvCxnSpPr>
          <p:nvPr/>
        </p:nvCxnSpPr>
        <p:spPr>
          <a:xfrm>
            <a:off x="5138763" y="5345994"/>
            <a:ext cx="0" cy="509916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>
            <a:spLocks noChangeArrowheads="1"/>
          </p:cNvSpPr>
          <p:nvPr/>
        </p:nvSpPr>
        <p:spPr bwMode="auto">
          <a:xfrm>
            <a:off x="4576022" y="3895664"/>
            <a:ext cx="1125482" cy="522288"/>
          </a:xfrm>
          <a:prstGeom prst="rect">
            <a:avLst/>
          </a:prstGeom>
          <a:solidFill>
            <a:srgbClr val="FFFF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kern="0" dirty="0">
                <a:solidFill>
                  <a:sysClr val="windowText" lastClr="000000"/>
                </a:solidFill>
              </a:rPr>
              <a:t>Tax Calculation Engine</a:t>
            </a:r>
            <a:endParaRPr kumimoji="0" lang="en-US" sz="1200" b="1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auto">
          <a:xfrm>
            <a:off x="7002010" y="3279684"/>
            <a:ext cx="1125482" cy="522288"/>
          </a:xfrm>
          <a:prstGeom prst="rect">
            <a:avLst/>
          </a:prstGeom>
          <a:solidFill>
            <a:srgbClr val="FFFF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kern="0" dirty="0">
                <a:solidFill>
                  <a:sysClr val="windowText" lastClr="000000"/>
                </a:solidFill>
              </a:rPr>
              <a:t>Pricing Engine</a:t>
            </a:r>
            <a:endParaRPr kumimoji="0" lang="en-US" sz="1200" b="1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cxnSp>
        <p:nvCxnSpPr>
          <p:cNvPr id="19" name="Straight Arrow Connector 18"/>
          <p:cNvCxnSpPr>
            <a:stCxn id="16" idx="2"/>
            <a:endCxn id="14" idx="0"/>
          </p:cNvCxnSpPr>
          <p:nvPr/>
        </p:nvCxnSpPr>
        <p:spPr>
          <a:xfrm>
            <a:off x="5138763" y="4417952"/>
            <a:ext cx="0" cy="405755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>
            <a:stCxn id="12" idx="2"/>
            <a:endCxn id="18" idx="0"/>
          </p:cNvCxnSpPr>
          <p:nvPr/>
        </p:nvCxnSpPr>
        <p:spPr>
          <a:xfrm>
            <a:off x="6096000" y="2780237"/>
            <a:ext cx="1468751" cy="499447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>
            <a:spLocks noChangeArrowheads="1"/>
          </p:cNvSpPr>
          <p:nvPr/>
        </p:nvSpPr>
        <p:spPr bwMode="auto">
          <a:xfrm>
            <a:off x="4576021" y="5855910"/>
            <a:ext cx="1125483" cy="522287"/>
          </a:xfrm>
          <a:prstGeom prst="rect">
            <a:avLst/>
          </a:prstGeom>
          <a:solidFill>
            <a:srgbClr val="00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Tax Rules</a:t>
            </a:r>
            <a:r>
              <a:rPr kumimoji="0" lang="en-US" sz="1200" b="1" i="0" u="none" strike="noStrike" kern="0" cap="none" spc="0" normalizeH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 </a:t>
            </a: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API</a:t>
            </a:r>
          </a:p>
        </p:txBody>
      </p:sp>
      <p:sp>
        <p:nvSpPr>
          <p:cNvPr id="37" name="Rectangle 36"/>
          <p:cNvSpPr>
            <a:spLocks noChangeArrowheads="1"/>
          </p:cNvSpPr>
          <p:nvPr/>
        </p:nvSpPr>
        <p:spPr bwMode="auto">
          <a:xfrm>
            <a:off x="7002010" y="4686692"/>
            <a:ext cx="1125482" cy="522287"/>
          </a:xfrm>
          <a:prstGeom prst="rect">
            <a:avLst/>
          </a:prstGeom>
          <a:solidFill>
            <a:srgbClr val="C0C0C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kern="0" dirty="0">
                <a:solidFill>
                  <a:sysClr val="windowText" lastClr="000000"/>
                </a:solidFill>
              </a:rPr>
              <a:t>Catalog Accessor</a:t>
            </a:r>
            <a:endParaRPr kumimoji="0" lang="en-US" sz="1200" b="1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38" name="AutoShape 4"/>
          <p:cNvSpPr>
            <a:spLocks noChangeArrowheads="1"/>
          </p:cNvSpPr>
          <p:nvPr/>
        </p:nvSpPr>
        <p:spPr bwMode="auto">
          <a:xfrm>
            <a:off x="7080575" y="5581882"/>
            <a:ext cx="968352" cy="796315"/>
          </a:xfrm>
          <a:prstGeom prst="can">
            <a:avLst>
              <a:gd name="adj" fmla="val 25000"/>
            </a:avLst>
          </a:prstGeom>
          <a:solidFill>
            <a:srgbClr val="00FFFF"/>
          </a:solidFill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anchor="ctr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50" b="1" kern="0" dirty="0">
                <a:solidFill>
                  <a:sysClr val="windowText" lastClr="000000"/>
                </a:solidFill>
              </a:rPr>
              <a:t>Catalogs</a:t>
            </a:r>
          </a:p>
        </p:txBody>
      </p:sp>
      <p:cxnSp>
        <p:nvCxnSpPr>
          <p:cNvPr id="39" name="Straight Arrow Connector 38"/>
          <p:cNvCxnSpPr>
            <a:stCxn id="37" idx="2"/>
            <a:endCxn id="38" idx="1"/>
          </p:cNvCxnSpPr>
          <p:nvPr/>
        </p:nvCxnSpPr>
        <p:spPr>
          <a:xfrm>
            <a:off x="7564751" y="5208979"/>
            <a:ext cx="0" cy="372903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>
            <a:stCxn id="18" idx="2"/>
            <a:endCxn id="37" idx="0"/>
          </p:cNvCxnSpPr>
          <p:nvPr/>
        </p:nvCxnSpPr>
        <p:spPr>
          <a:xfrm>
            <a:off x="7564751" y="3801972"/>
            <a:ext cx="0" cy="88472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384679" y="544397"/>
            <a:ext cx="333296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/>
              <a:t>Rev A – Collapsed Coupon and Volume Discount Engines into Pricing Engine</a:t>
            </a:r>
          </a:p>
        </p:txBody>
      </p:sp>
    </p:spTree>
    <p:extLst>
      <p:ext uri="{BB962C8B-B14F-4D97-AF65-F5344CB8AC3E}">
        <p14:creationId xmlns:p14="http://schemas.microsoft.com/office/powerpoint/2010/main" val="275623014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73989"/>
          </a:xfrm>
        </p:spPr>
        <p:txBody>
          <a:bodyPr>
            <a:normAutofit/>
          </a:bodyPr>
          <a:lstStyle/>
          <a:p>
            <a:pPr algn="r"/>
            <a:r>
              <a:rPr lang="en-US" sz="2400" dirty="0"/>
              <a:t>View shipping options</a:t>
            </a:r>
          </a:p>
        </p:txBody>
      </p:sp>
      <p:sp>
        <p:nvSpPr>
          <p:cNvPr id="11" name="Rectangle 10"/>
          <p:cNvSpPr>
            <a:spLocks noChangeArrowheads="1"/>
          </p:cNvSpPr>
          <p:nvPr>
            <p:custDataLst>
              <p:custData r:id="rId1"/>
            </p:custDataLst>
          </p:nvPr>
        </p:nvSpPr>
        <p:spPr bwMode="auto">
          <a:xfrm>
            <a:off x="4407777" y="1200257"/>
            <a:ext cx="1125482" cy="522288"/>
          </a:xfrm>
          <a:prstGeom prst="rect">
            <a:avLst/>
          </a:prstGeom>
          <a:solidFill>
            <a:srgbClr val="99FF33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Webstore</a:t>
            </a:r>
          </a:p>
        </p:txBody>
      </p:sp>
      <p:sp>
        <p:nvSpPr>
          <p:cNvPr id="12" name="Rectangle 11"/>
          <p:cNvSpPr>
            <a:spLocks noChangeArrowheads="1"/>
          </p:cNvSpPr>
          <p:nvPr>
            <p:custDataLst>
              <p:custData r:id="rId2"/>
            </p:custDataLst>
          </p:nvPr>
        </p:nvSpPr>
        <p:spPr bwMode="auto">
          <a:xfrm>
            <a:off x="5533259" y="2257949"/>
            <a:ext cx="1125482" cy="522288"/>
          </a:xfrm>
          <a:prstGeom prst="rect">
            <a:avLst/>
          </a:prstGeom>
          <a:solidFill>
            <a:srgbClr val="FFFF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kern="0" dirty="0">
                <a:solidFill>
                  <a:sysClr val="windowText" lastClr="000000"/>
                </a:solidFill>
              </a:rPr>
              <a:t>Order Manager</a:t>
            </a:r>
            <a:endParaRPr kumimoji="0" lang="en-US" sz="1200" b="1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3" name="Rectangle 12"/>
          <p:cNvSpPr>
            <a:spLocks noChangeArrowheads="1"/>
          </p:cNvSpPr>
          <p:nvPr>
            <p:custDataLst>
              <p:custData r:id="rId3"/>
            </p:custDataLst>
          </p:nvPr>
        </p:nvSpPr>
        <p:spPr bwMode="auto">
          <a:xfrm>
            <a:off x="4345777" y="4574327"/>
            <a:ext cx="1125482" cy="522287"/>
          </a:xfrm>
          <a:prstGeom prst="rect">
            <a:avLst/>
          </a:prstGeom>
          <a:solidFill>
            <a:srgbClr val="C0C0C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kern="0" dirty="0">
                <a:solidFill>
                  <a:sysClr val="windowText" lastClr="000000"/>
                </a:solidFill>
              </a:rPr>
              <a:t>Cart Accessor</a:t>
            </a:r>
            <a:endParaRPr kumimoji="0" lang="en-US" sz="1200" b="1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4" name="Rectangle 13"/>
          <p:cNvSpPr>
            <a:spLocks noChangeArrowheads="1"/>
          </p:cNvSpPr>
          <p:nvPr>
            <p:custDataLst>
              <p:custData r:id="rId4"/>
            </p:custDataLst>
          </p:nvPr>
        </p:nvSpPr>
        <p:spPr bwMode="auto">
          <a:xfrm>
            <a:off x="6596741" y="4574327"/>
            <a:ext cx="1125482" cy="522287"/>
          </a:xfrm>
          <a:prstGeom prst="rect">
            <a:avLst/>
          </a:prstGeom>
          <a:solidFill>
            <a:srgbClr val="C0C0C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kern="0" dirty="0">
                <a:solidFill>
                  <a:sysClr val="windowText" lastClr="000000"/>
                </a:solidFill>
              </a:rPr>
              <a:t>Shipping Rules Accessor</a:t>
            </a:r>
            <a:endParaRPr kumimoji="0" lang="en-US" sz="1200" b="1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cxnSp>
        <p:nvCxnSpPr>
          <p:cNvPr id="15" name="Straight Arrow Connector 14"/>
          <p:cNvCxnSpPr>
            <a:stCxn id="11" idx="2"/>
            <a:endCxn id="12" idx="0"/>
          </p:cNvCxnSpPr>
          <p:nvPr>
            <p:custDataLst>
              <p:custData r:id="rId5"/>
            </p:custDataLst>
          </p:nvPr>
        </p:nvCxnSpPr>
        <p:spPr>
          <a:xfrm>
            <a:off x="4970518" y="1722545"/>
            <a:ext cx="1125482" cy="535404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>
            <a:stCxn id="12" idx="2"/>
            <a:endCxn id="13" idx="0"/>
          </p:cNvCxnSpPr>
          <p:nvPr>
            <p:custDataLst>
              <p:custData r:id="rId6"/>
            </p:custDataLst>
          </p:nvPr>
        </p:nvCxnSpPr>
        <p:spPr>
          <a:xfrm flipH="1">
            <a:off x="4908518" y="2780237"/>
            <a:ext cx="1187482" cy="179409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>
            <a:stCxn id="12" idx="2"/>
            <a:endCxn id="16" idx="0"/>
          </p:cNvCxnSpPr>
          <p:nvPr>
            <p:custDataLst>
              <p:custData r:id="rId7"/>
            </p:custDataLst>
          </p:nvPr>
        </p:nvCxnSpPr>
        <p:spPr>
          <a:xfrm>
            <a:off x="6096000" y="2780237"/>
            <a:ext cx="1063482" cy="866047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AutoShape 4"/>
          <p:cNvSpPr>
            <a:spLocks noChangeArrowheads="1"/>
          </p:cNvSpPr>
          <p:nvPr>
            <p:custDataLst>
              <p:custData r:id="rId8"/>
            </p:custDataLst>
          </p:nvPr>
        </p:nvSpPr>
        <p:spPr bwMode="auto">
          <a:xfrm>
            <a:off x="4424342" y="5469517"/>
            <a:ext cx="968352" cy="796315"/>
          </a:xfrm>
          <a:prstGeom prst="can">
            <a:avLst>
              <a:gd name="adj" fmla="val 25000"/>
            </a:avLst>
          </a:prstGeom>
          <a:solidFill>
            <a:srgbClr val="00FFFF"/>
          </a:solidFill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anchor="ctr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50" b="1" kern="0" dirty="0">
                <a:solidFill>
                  <a:sysClr val="windowText" lastClr="000000"/>
                </a:solidFill>
              </a:rPr>
              <a:t>Carts</a:t>
            </a:r>
          </a:p>
        </p:txBody>
      </p:sp>
      <p:sp>
        <p:nvSpPr>
          <p:cNvPr id="24" name="AutoShape 4"/>
          <p:cNvSpPr>
            <a:spLocks noChangeArrowheads="1"/>
          </p:cNvSpPr>
          <p:nvPr>
            <p:custDataLst>
              <p:custData r:id="rId9"/>
            </p:custDataLst>
          </p:nvPr>
        </p:nvSpPr>
        <p:spPr bwMode="auto">
          <a:xfrm>
            <a:off x="6675306" y="5469517"/>
            <a:ext cx="968352" cy="796315"/>
          </a:xfrm>
          <a:prstGeom prst="can">
            <a:avLst>
              <a:gd name="adj" fmla="val 25000"/>
            </a:avLst>
          </a:prstGeom>
          <a:solidFill>
            <a:srgbClr val="00FFFF"/>
          </a:solidFill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anchor="ctr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50" b="1" kern="0" dirty="0">
                <a:solidFill>
                  <a:sysClr val="windowText" lastClr="000000"/>
                </a:solidFill>
              </a:rPr>
              <a:t>Shipping Rules Data</a:t>
            </a:r>
          </a:p>
        </p:txBody>
      </p:sp>
      <p:cxnSp>
        <p:nvCxnSpPr>
          <p:cNvPr id="25" name="Straight Arrow Connector 24"/>
          <p:cNvCxnSpPr>
            <a:stCxn id="13" idx="2"/>
            <a:endCxn id="23" idx="1"/>
          </p:cNvCxnSpPr>
          <p:nvPr>
            <p:custDataLst>
              <p:custData r:id="rId10"/>
            </p:custDataLst>
          </p:nvPr>
        </p:nvCxnSpPr>
        <p:spPr>
          <a:xfrm>
            <a:off x="4908518" y="5096614"/>
            <a:ext cx="0" cy="372903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>
            <a:stCxn id="14" idx="2"/>
            <a:endCxn id="24" idx="1"/>
          </p:cNvCxnSpPr>
          <p:nvPr>
            <p:custDataLst>
              <p:custData r:id="rId11"/>
            </p:custDataLst>
          </p:nvPr>
        </p:nvCxnSpPr>
        <p:spPr>
          <a:xfrm>
            <a:off x="7159482" y="5096614"/>
            <a:ext cx="0" cy="372903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>
            <a:spLocks noChangeArrowheads="1"/>
          </p:cNvSpPr>
          <p:nvPr>
            <p:custDataLst>
              <p:custData r:id="rId12"/>
            </p:custDataLst>
          </p:nvPr>
        </p:nvSpPr>
        <p:spPr bwMode="auto">
          <a:xfrm>
            <a:off x="6596741" y="3646284"/>
            <a:ext cx="1125482" cy="522288"/>
          </a:xfrm>
          <a:prstGeom prst="rect">
            <a:avLst/>
          </a:prstGeom>
          <a:solidFill>
            <a:srgbClr val="FFFF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kern="0" dirty="0">
                <a:solidFill>
                  <a:sysClr val="windowText" lastClr="000000"/>
                </a:solidFill>
              </a:rPr>
              <a:t>Shipping Calculation Engine</a:t>
            </a:r>
            <a:endParaRPr kumimoji="0" lang="en-US" sz="1200" b="1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cxnSp>
        <p:nvCxnSpPr>
          <p:cNvPr id="19" name="Straight Arrow Connector 18"/>
          <p:cNvCxnSpPr>
            <a:stCxn id="16" idx="2"/>
            <a:endCxn id="14" idx="0"/>
          </p:cNvCxnSpPr>
          <p:nvPr>
            <p:custDataLst>
              <p:custData r:id="rId13"/>
            </p:custDataLst>
          </p:nvPr>
        </p:nvCxnSpPr>
        <p:spPr>
          <a:xfrm>
            <a:off x="7159482" y="4168572"/>
            <a:ext cx="0" cy="405755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>
            <a:spLocks noChangeArrowheads="1"/>
          </p:cNvSpPr>
          <p:nvPr>
            <p:custDataLst>
              <p:custData r:id="rId14"/>
            </p:custDataLst>
          </p:nvPr>
        </p:nvSpPr>
        <p:spPr bwMode="auto">
          <a:xfrm>
            <a:off x="6675306" y="1200257"/>
            <a:ext cx="1125482" cy="522288"/>
          </a:xfrm>
          <a:prstGeom prst="rect">
            <a:avLst/>
          </a:prstGeom>
          <a:solidFill>
            <a:srgbClr val="99FF33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Admin</a:t>
            </a:r>
          </a:p>
        </p:txBody>
      </p:sp>
      <p:cxnSp>
        <p:nvCxnSpPr>
          <p:cNvPr id="21" name="Straight Arrow Connector 20"/>
          <p:cNvCxnSpPr>
            <a:stCxn id="18" idx="2"/>
            <a:endCxn id="12" idx="0"/>
          </p:cNvCxnSpPr>
          <p:nvPr>
            <p:custDataLst>
              <p:custData r:id="rId15"/>
            </p:custDataLst>
          </p:nvPr>
        </p:nvCxnSpPr>
        <p:spPr>
          <a:xfrm flipH="1">
            <a:off x="6096000" y="1722545"/>
            <a:ext cx="1142047" cy="535404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3284231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73989"/>
          </a:xfrm>
        </p:spPr>
        <p:txBody>
          <a:bodyPr>
            <a:normAutofit/>
          </a:bodyPr>
          <a:lstStyle/>
          <a:p>
            <a:pPr algn="r"/>
            <a:r>
              <a:rPr lang="en-US" sz="2400" dirty="0"/>
              <a:t>Submit an order</a:t>
            </a:r>
          </a:p>
        </p:txBody>
      </p:sp>
      <p:sp>
        <p:nvSpPr>
          <p:cNvPr id="11" name="Rectangle 10"/>
          <p:cNvSpPr>
            <a:spLocks noChangeArrowheads="1"/>
          </p:cNvSpPr>
          <p:nvPr>
            <p:custDataLst>
              <p:custData r:id="rId1"/>
            </p:custDataLst>
          </p:nvPr>
        </p:nvSpPr>
        <p:spPr bwMode="auto">
          <a:xfrm>
            <a:off x="5217948" y="446551"/>
            <a:ext cx="1125482" cy="522288"/>
          </a:xfrm>
          <a:prstGeom prst="rect">
            <a:avLst/>
          </a:prstGeom>
          <a:solidFill>
            <a:srgbClr val="99FF33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Webstore</a:t>
            </a:r>
          </a:p>
        </p:txBody>
      </p:sp>
      <p:sp>
        <p:nvSpPr>
          <p:cNvPr id="12" name="Rectangle 11"/>
          <p:cNvSpPr>
            <a:spLocks noChangeArrowheads="1"/>
          </p:cNvSpPr>
          <p:nvPr>
            <p:custDataLst>
              <p:custData r:id="rId2"/>
            </p:custDataLst>
          </p:nvPr>
        </p:nvSpPr>
        <p:spPr bwMode="auto">
          <a:xfrm>
            <a:off x="5217948" y="1346399"/>
            <a:ext cx="1125482" cy="522288"/>
          </a:xfrm>
          <a:prstGeom prst="rect">
            <a:avLst/>
          </a:prstGeom>
          <a:solidFill>
            <a:srgbClr val="FFFF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kern="0" dirty="0">
                <a:solidFill>
                  <a:sysClr val="windowText" lastClr="000000"/>
                </a:solidFill>
              </a:rPr>
              <a:t>Order Manager</a:t>
            </a:r>
            <a:endParaRPr kumimoji="0" lang="en-US" sz="1200" b="1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3" name="Rectangle 12"/>
          <p:cNvSpPr>
            <a:spLocks noChangeArrowheads="1"/>
          </p:cNvSpPr>
          <p:nvPr>
            <p:custDataLst>
              <p:custData r:id="rId3"/>
            </p:custDataLst>
          </p:nvPr>
        </p:nvSpPr>
        <p:spPr bwMode="auto">
          <a:xfrm>
            <a:off x="461812" y="4551200"/>
            <a:ext cx="1125482" cy="522287"/>
          </a:xfrm>
          <a:prstGeom prst="rect">
            <a:avLst/>
          </a:prstGeom>
          <a:solidFill>
            <a:srgbClr val="C0C0C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kern="0" dirty="0">
                <a:solidFill>
                  <a:sysClr val="windowText" lastClr="000000"/>
                </a:solidFill>
              </a:rPr>
              <a:t>Cart Accessor</a:t>
            </a:r>
            <a:endParaRPr kumimoji="0" lang="en-US" sz="1200" b="1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cxnSp>
        <p:nvCxnSpPr>
          <p:cNvPr id="15" name="Straight Arrow Connector 14"/>
          <p:cNvCxnSpPr>
            <a:stCxn id="11" idx="2"/>
            <a:endCxn id="12" idx="0"/>
          </p:cNvCxnSpPr>
          <p:nvPr>
            <p:custDataLst>
              <p:custData r:id="rId4"/>
            </p:custDataLst>
          </p:nvPr>
        </p:nvCxnSpPr>
        <p:spPr>
          <a:xfrm>
            <a:off x="5780689" y="968839"/>
            <a:ext cx="0" cy="37756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>
            <a:stCxn id="12" idx="2"/>
            <a:endCxn id="13" idx="0"/>
          </p:cNvCxnSpPr>
          <p:nvPr>
            <p:custDataLst>
              <p:custData r:id="rId5"/>
            </p:custDataLst>
          </p:nvPr>
        </p:nvCxnSpPr>
        <p:spPr>
          <a:xfrm flipH="1">
            <a:off x="1024553" y="1868687"/>
            <a:ext cx="4756136" cy="2682513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AutoShape 4"/>
          <p:cNvSpPr>
            <a:spLocks noChangeArrowheads="1"/>
          </p:cNvSpPr>
          <p:nvPr>
            <p:custDataLst>
              <p:custData r:id="rId6"/>
            </p:custDataLst>
          </p:nvPr>
        </p:nvSpPr>
        <p:spPr bwMode="auto">
          <a:xfrm>
            <a:off x="540377" y="5446390"/>
            <a:ext cx="968352" cy="796315"/>
          </a:xfrm>
          <a:prstGeom prst="can">
            <a:avLst>
              <a:gd name="adj" fmla="val 25000"/>
            </a:avLst>
          </a:prstGeom>
          <a:solidFill>
            <a:srgbClr val="00FFFF"/>
          </a:solidFill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anchor="ctr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50" b="1" kern="0" dirty="0">
                <a:solidFill>
                  <a:sysClr val="windowText" lastClr="000000"/>
                </a:solidFill>
              </a:rPr>
              <a:t>Cart Data</a:t>
            </a:r>
          </a:p>
        </p:txBody>
      </p:sp>
      <p:cxnSp>
        <p:nvCxnSpPr>
          <p:cNvPr id="25" name="Straight Arrow Connector 24"/>
          <p:cNvCxnSpPr>
            <a:stCxn id="13" idx="2"/>
            <a:endCxn id="23" idx="1"/>
          </p:cNvCxnSpPr>
          <p:nvPr>
            <p:custDataLst>
              <p:custData r:id="rId7"/>
            </p:custDataLst>
          </p:nvPr>
        </p:nvCxnSpPr>
        <p:spPr>
          <a:xfrm>
            <a:off x="1024553" y="5073487"/>
            <a:ext cx="0" cy="372903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>
            <a:spLocks noChangeArrowheads="1"/>
          </p:cNvSpPr>
          <p:nvPr>
            <p:custDataLst>
              <p:custData r:id="rId8"/>
            </p:custDataLst>
          </p:nvPr>
        </p:nvSpPr>
        <p:spPr bwMode="auto">
          <a:xfrm>
            <a:off x="8724456" y="4551201"/>
            <a:ext cx="1125482" cy="522287"/>
          </a:xfrm>
          <a:prstGeom prst="rect">
            <a:avLst/>
          </a:prstGeom>
          <a:solidFill>
            <a:srgbClr val="C0C0C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kern="0" dirty="0">
                <a:solidFill>
                  <a:sysClr val="windowText" lastClr="000000"/>
                </a:solidFill>
              </a:rPr>
              <a:t>Order Accessor</a:t>
            </a:r>
            <a:endParaRPr kumimoji="0" lang="en-US" sz="1200" b="1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37" name="AutoShape 4"/>
          <p:cNvSpPr>
            <a:spLocks noChangeArrowheads="1"/>
          </p:cNvSpPr>
          <p:nvPr>
            <p:custDataLst>
              <p:custData r:id="rId9"/>
            </p:custDataLst>
          </p:nvPr>
        </p:nvSpPr>
        <p:spPr bwMode="auto">
          <a:xfrm>
            <a:off x="8803021" y="5446391"/>
            <a:ext cx="968352" cy="796315"/>
          </a:xfrm>
          <a:prstGeom prst="can">
            <a:avLst>
              <a:gd name="adj" fmla="val 25000"/>
            </a:avLst>
          </a:prstGeom>
          <a:solidFill>
            <a:srgbClr val="00FFFF"/>
          </a:solidFill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anchor="ctr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50" b="1" kern="0" dirty="0">
                <a:solidFill>
                  <a:sysClr val="windowText" lastClr="000000"/>
                </a:solidFill>
              </a:rPr>
              <a:t>Order Data</a:t>
            </a:r>
          </a:p>
        </p:txBody>
      </p:sp>
      <p:cxnSp>
        <p:nvCxnSpPr>
          <p:cNvPr id="38" name="Straight Arrow Connector 37"/>
          <p:cNvCxnSpPr>
            <a:stCxn id="36" idx="2"/>
            <a:endCxn id="37" idx="1"/>
          </p:cNvCxnSpPr>
          <p:nvPr>
            <p:custDataLst>
              <p:custData r:id="rId10"/>
            </p:custDataLst>
          </p:nvPr>
        </p:nvCxnSpPr>
        <p:spPr>
          <a:xfrm>
            <a:off x="9287197" y="5073488"/>
            <a:ext cx="0" cy="372903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ectangle 38"/>
          <p:cNvSpPr>
            <a:spLocks noChangeArrowheads="1"/>
          </p:cNvSpPr>
          <p:nvPr>
            <p:custDataLst>
              <p:custData r:id="rId11"/>
            </p:custDataLst>
          </p:nvPr>
        </p:nvSpPr>
        <p:spPr bwMode="auto">
          <a:xfrm>
            <a:off x="10160806" y="4551201"/>
            <a:ext cx="1125482" cy="522287"/>
          </a:xfrm>
          <a:prstGeom prst="rect">
            <a:avLst/>
          </a:prstGeom>
          <a:solidFill>
            <a:srgbClr val="C0C0C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kern="0" dirty="0">
                <a:solidFill>
                  <a:sysClr val="windowText" lastClr="000000"/>
                </a:solidFill>
              </a:rPr>
              <a:t>Payment Accessor</a:t>
            </a:r>
            <a:endParaRPr kumimoji="0" lang="en-US" sz="1200" b="1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cxnSp>
        <p:nvCxnSpPr>
          <p:cNvPr id="41" name="Straight Arrow Connector 40"/>
          <p:cNvCxnSpPr>
            <a:stCxn id="39" idx="2"/>
            <a:endCxn id="42" idx="0"/>
          </p:cNvCxnSpPr>
          <p:nvPr>
            <p:custDataLst>
              <p:custData r:id="rId12"/>
            </p:custDataLst>
          </p:nvPr>
        </p:nvCxnSpPr>
        <p:spPr>
          <a:xfrm>
            <a:off x="10723547" y="5073488"/>
            <a:ext cx="1" cy="499753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Rectangle 41"/>
          <p:cNvSpPr>
            <a:spLocks noChangeArrowheads="1"/>
          </p:cNvSpPr>
          <p:nvPr>
            <p:custDataLst>
              <p:custData r:id="rId13"/>
            </p:custDataLst>
          </p:nvPr>
        </p:nvSpPr>
        <p:spPr bwMode="auto">
          <a:xfrm>
            <a:off x="10160806" y="5573241"/>
            <a:ext cx="1125483" cy="522287"/>
          </a:xfrm>
          <a:prstGeom prst="rect">
            <a:avLst/>
          </a:prstGeom>
          <a:solidFill>
            <a:srgbClr val="00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Credit Card API</a:t>
            </a:r>
          </a:p>
        </p:txBody>
      </p:sp>
      <p:cxnSp>
        <p:nvCxnSpPr>
          <p:cNvPr id="43" name="Straight Arrow Connector 42"/>
          <p:cNvCxnSpPr>
            <a:stCxn id="12" idx="2"/>
            <a:endCxn id="36" idx="0"/>
          </p:cNvCxnSpPr>
          <p:nvPr>
            <p:custDataLst>
              <p:custData r:id="rId14"/>
            </p:custDataLst>
          </p:nvPr>
        </p:nvCxnSpPr>
        <p:spPr>
          <a:xfrm>
            <a:off x="5780689" y="1868687"/>
            <a:ext cx="3506508" cy="2682514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>
            <a:stCxn id="12" idx="2"/>
            <a:endCxn id="39" idx="0"/>
          </p:cNvCxnSpPr>
          <p:nvPr>
            <p:custDataLst>
              <p:custData r:id="rId15"/>
            </p:custDataLst>
          </p:nvPr>
        </p:nvCxnSpPr>
        <p:spPr>
          <a:xfrm>
            <a:off x="5780689" y="1868687"/>
            <a:ext cx="4942858" cy="2682514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Rectangle 44"/>
          <p:cNvSpPr>
            <a:spLocks noChangeArrowheads="1"/>
          </p:cNvSpPr>
          <p:nvPr>
            <p:custDataLst>
              <p:custData r:id="rId16"/>
            </p:custDataLst>
          </p:nvPr>
        </p:nvSpPr>
        <p:spPr bwMode="auto">
          <a:xfrm>
            <a:off x="8674786" y="1344664"/>
            <a:ext cx="1125482" cy="522288"/>
          </a:xfrm>
          <a:prstGeom prst="rect">
            <a:avLst/>
          </a:prstGeom>
          <a:solidFill>
            <a:srgbClr val="FFFF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kern="0" dirty="0">
                <a:solidFill>
                  <a:sysClr val="windowText" lastClr="000000"/>
                </a:solidFill>
              </a:rPr>
              <a:t>Notification Manager</a:t>
            </a:r>
            <a:endParaRPr kumimoji="0" lang="en-US" sz="1200" b="1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cxnSp>
        <p:nvCxnSpPr>
          <p:cNvPr id="46" name="Straight Arrow Connector 45"/>
          <p:cNvCxnSpPr>
            <a:stCxn id="12" idx="3"/>
            <a:endCxn id="45" idx="1"/>
          </p:cNvCxnSpPr>
          <p:nvPr>
            <p:custDataLst>
              <p:custData r:id="rId17"/>
            </p:custDataLst>
          </p:nvPr>
        </p:nvCxnSpPr>
        <p:spPr>
          <a:xfrm flipV="1">
            <a:off x="6343430" y="1605808"/>
            <a:ext cx="2331356" cy="1735"/>
          </a:xfrm>
          <a:prstGeom prst="straightConnector1">
            <a:avLst/>
          </a:prstGeom>
          <a:ln w="19050">
            <a:solidFill>
              <a:schemeClr val="tx1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>
            <a:spLocks noChangeArrowheads="1"/>
          </p:cNvSpPr>
          <p:nvPr>
            <p:custDataLst>
              <p:custData r:id="rId18"/>
            </p:custDataLst>
          </p:nvPr>
        </p:nvSpPr>
        <p:spPr bwMode="auto">
          <a:xfrm>
            <a:off x="3807524" y="3209943"/>
            <a:ext cx="1125482" cy="522288"/>
          </a:xfrm>
          <a:prstGeom prst="rect">
            <a:avLst/>
          </a:prstGeom>
          <a:solidFill>
            <a:srgbClr val="FFFF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kern="0" dirty="0">
                <a:solidFill>
                  <a:sysClr val="windowText" lastClr="000000"/>
                </a:solidFill>
              </a:rPr>
              <a:t>Pricing Engine</a:t>
            </a:r>
            <a:endParaRPr kumimoji="0" lang="en-US" sz="1200" b="1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1" name="Rectangle 20"/>
          <p:cNvSpPr>
            <a:spLocks noChangeArrowheads="1"/>
          </p:cNvSpPr>
          <p:nvPr>
            <p:custDataLst>
              <p:custData r:id="rId19"/>
            </p:custDataLst>
          </p:nvPr>
        </p:nvSpPr>
        <p:spPr bwMode="auto">
          <a:xfrm>
            <a:off x="1987104" y="4551200"/>
            <a:ext cx="1125482" cy="522287"/>
          </a:xfrm>
          <a:prstGeom prst="rect">
            <a:avLst/>
          </a:prstGeom>
          <a:solidFill>
            <a:srgbClr val="C0C0C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kern="0" dirty="0">
                <a:solidFill>
                  <a:sysClr val="windowText" lastClr="000000"/>
                </a:solidFill>
              </a:rPr>
              <a:t>Volume Discount Rules Accessor</a:t>
            </a:r>
            <a:endParaRPr kumimoji="0" lang="en-US" sz="1200" b="1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2" name="AutoShape 4"/>
          <p:cNvSpPr>
            <a:spLocks noChangeArrowheads="1"/>
          </p:cNvSpPr>
          <p:nvPr>
            <p:custDataLst>
              <p:custData r:id="rId20"/>
            </p:custDataLst>
          </p:nvPr>
        </p:nvSpPr>
        <p:spPr bwMode="auto">
          <a:xfrm>
            <a:off x="2065669" y="5446390"/>
            <a:ext cx="968352" cy="796315"/>
          </a:xfrm>
          <a:prstGeom prst="can">
            <a:avLst>
              <a:gd name="adj" fmla="val 25000"/>
            </a:avLst>
          </a:prstGeom>
          <a:solidFill>
            <a:srgbClr val="00FFFF"/>
          </a:solidFill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anchor="ctr">
            <a:normAutofit fontScale="92500"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50" b="1" kern="0" dirty="0">
                <a:solidFill>
                  <a:sysClr val="windowText" lastClr="000000"/>
                </a:solidFill>
              </a:rPr>
              <a:t>Volume Discount Rules</a:t>
            </a:r>
          </a:p>
        </p:txBody>
      </p:sp>
      <p:cxnSp>
        <p:nvCxnSpPr>
          <p:cNvPr id="24" name="Straight Arrow Connector 23"/>
          <p:cNvCxnSpPr>
            <a:stCxn id="21" idx="2"/>
            <a:endCxn id="22" idx="1"/>
          </p:cNvCxnSpPr>
          <p:nvPr>
            <p:custDataLst>
              <p:custData r:id="rId21"/>
            </p:custDataLst>
          </p:nvPr>
        </p:nvCxnSpPr>
        <p:spPr>
          <a:xfrm>
            <a:off x="2549845" y="5073487"/>
            <a:ext cx="0" cy="372903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>
            <a:stCxn id="20" idx="2"/>
            <a:endCxn id="21" idx="0"/>
          </p:cNvCxnSpPr>
          <p:nvPr>
            <p:custDataLst>
              <p:custData r:id="rId22"/>
            </p:custDataLst>
          </p:nvPr>
        </p:nvCxnSpPr>
        <p:spPr>
          <a:xfrm flipH="1">
            <a:off x="2549845" y="3732231"/>
            <a:ext cx="1820420" cy="818969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>
            <a:spLocks noChangeArrowheads="1"/>
          </p:cNvSpPr>
          <p:nvPr>
            <p:custDataLst>
              <p:custData r:id="rId23"/>
            </p:custDataLst>
          </p:nvPr>
        </p:nvSpPr>
        <p:spPr bwMode="auto">
          <a:xfrm>
            <a:off x="3537439" y="4551201"/>
            <a:ext cx="1125482" cy="522287"/>
          </a:xfrm>
          <a:prstGeom prst="rect">
            <a:avLst/>
          </a:prstGeom>
          <a:solidFill>
            <a:srgbClr val="C0C0C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kern="0" dirty="0">
                <a:solidFill>
                  <a:sysClr val="windowText" lastClr="000000"/>
                </a:solidFill>
              </a:rPr>
              <a:t>Coupon Rules Accessor</a:t>
            </a:r>
            <a:endParaRPr kumimoji="0" lang="en-US" sz="1200" b="1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8" name="AutoShape 4"/>
          <p:cNvSpPr>
            <a:spLocks noChangeArrowheads="1"/>
          </p:cNvSpPr>
          <p:nvPr>
            <p:custDataLst>
              <p:custData r:id="rId24"/>
            </p:custDataLst>
          </p:nvPr>
        </p:nvSpPr>
        <p:spPr bwMode="auto">
          <a:xfrm>
            <a:off x="3616004" y="5446391"/>
            <a:ext cx="968352" cy="796315"/>
          </a:xfrm>
          <a:prstGeom prst="can">
            <a:avLst>
              <a:gd name="adj" fmla="val 25000"/>
            </a:avLst>
          </a:prstGeom>
          <a:solidFill>
            <a:srgbClr val="00FFFF"/>
          </a:solidFill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anchor="ctr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50" b="1" kern="0" dirty="0">
                <a:solidFill>
                  <a:sysClr val="windowText" lastClr="000000"/>
                </a:solidFill>
              </a:rPr>
              <a:t>Coupon Rules</a:t>
            </a:r>
          </a:p>
        </p:txBody>
      </p:sp>
      <p:cxnSp>
        <p:nvCxnSpPr>
          <p:cNvPr id="29" name="Straight Arrow Connector 28"/>
          <p:cNvCxnSpPr>
            <a:stCxn id="27" idx="2"/>
            <a:endCxn id="28" idx="1"/>
          </p:cNvCxnSpPr>
          <p:nvPr>
            <p:custDataLst>
              <p:custData r:id="rId25"/>
            </p:custDataLst>
          </p:nvPr>
        </p:nvCxnSpPr>
        <p:spPr>
          <a:xfrm>
            <a:off x="4100180" y="5073488"/>
            <a:ext cx="0" cy="372903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>
            <a:stCxn id="20" idx="2"/>
            <a:endCxn id="27" idx="0"/>
          </p:cNvCxnSpPr>
          <p:nvPr>
            <p:custDataLst>
              <p:custData r:id="rId26"/>
            </p:custDataLst>
          </p:nvPr>
        </p:nvCxnSpPr>
        <p:spPr>
          <a:xfrm flipH="1">
            <a:off x="4100180" y="3732231"/>
            <a:ext cx="270085" cy="81897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>
            <a:spLocks noChangeArrowheads="1"/>
          </p:cNvSpPr>
          <p:nvPr>
            <p:custDataLst>
              <p:custData r:id="rId27"/>
            </p:custDataLst>
          </p:nvPr>
        </p:nvSpPr>
        <p:spPr bwMode="auto">
          <a:xfrm>
            <a:off x="5147097" y="4551200"/>
            <a:ext cx="1125482" cy="522287"/>
          </a:xfrm>
          <a:prstGeom prst="rect">
            <a:avLst/>
          </a:prstGeom>
          <a:solidFill>
            <a:srgbClr val="C0C0C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kern="0" dirty="0">
                <a:solidFill>
                  <a:sysClr val="windowText" lastClr="000000"/>
                </a:solidFill>
              </a:rPr>
              <a:t>Catalog Accessor</a:t>
            </a:r>
            <a:endParaRPr kumimoji="0" lang="en-US" sz="1200" b="1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32" name="AutoShape 4"/>
          <p:cNvSpPr>
            <a:spLocks noChangeArrowheads="1"/>
          </p:cNvSpPr>
          <p:nvPr>
            <p:custDataLst>
              <p:custData r:id="rId28"/>
            </p:custDataLst>
          </p:nvPr>
        </p:nvSpPr>
        <p:spPr bwMode="auto">
          <a:xfrm>
            <a:off x="5225662" y="5446390"/>
            <a:ext cx="968352" cy="796315"/>
          </a:xfrm>
          <a:prstGeom prst="can">
            <a:avLst>
              <a:gd name="adj" fmla="val 25000"/>
            </a:avLst>
          </a:prstGeom>
          <a:solidFill>
            <a:srgbClr val="00FFFF"/>
          </a:solidFill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anchor="ctr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50" b="1" kern="0" dirty="0">
                <a:solidFill>
                  <a:sysClr val="windowText" lastClr="000000"/>
                </a:solidFill>
              </a:rPr>
              <a:t>Catalogs</a:t>
            </a:r>
          </a:p>
        </p:txBody>
      </p:sp>
      <p:cxnSp>
        <p:nvCxnSpPr>
          <p:cNvPr id="33" name="Straight Arrow Connector 32"/>
          <p:cNvCxnSpPr>
            <a:stCxn id="31" idx="2"/>
            <a:endCxn id="32" idx="1"/>
          </p:cNvCxnSpPr>
          <p:nvPr>
            <p:custDataLst>
              <p:custData r:id="rId29"/>
            </p:custDataLst>
          </p:nvPr>
        </p:nvCxnSpPr>
        <p:spPr>
          <a:xfrm>
            <a:off x="5709838" y="5073487"/>
            <a:ext cx="0" cy="372903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>
            <a:stCxn id="20" idx="2"/>
            <a:endCxn id="31" idx="0"/>
          </p:cNvCxnSpPr>
          <p:nvPr>
            <p:custDataLst>
              <p:custData r:id="rId30"/>
            </p:custDataLst>
          </p:nvPr>
        </p:nvCxnSpPr>
        <p:spPr>
          <a:xfrm>
            <a:off x="4370265" y="3732231"/>
            <a:ext cx="1339573" cy="818969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/>
          <p:cNvCxnSpPr>
            <a:stCxn id="12" idx="2"/>
            <a:endCxn id="20" idx="0"/>
          </p:cNvCxnSpPr>
          <p:nvPr>
            <p:custDataLst>
              <p:custData r:id="rId31"/>
            </p:custDataLst>
          </p:nvPr>
        </p:nvCxnSpPr>
        <p:spPr>
          <a:xfrm flipH="1">
            <a:off x="4370265" y="1868687"/>
            <a:ext cx="1410424" cy="1341256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384679" y="544397"/>
            <a:ext cx="30668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/>
              <a:t>Rev A – Added pricing calculations occurring during order submission</a:t>
            </a:r>
          </a:p>
          <a:p>
            <a:r>
              <a:rPr lang="en-US" sz="800" dirty="0"/>
              <a:t>Rev B – Added Tax Calculation and Validation Engines</a:t>
            </a:r>
          </a:p>
        </p:txBody>
      </p:sp>
      <p:sp>
        <p:nvSpPr>
          <p:cNvPr id="40" name="Rectangle 39"/>
          <p:cNvSpPr>
            <a:spLocks noChangeArrowheads="1"/>
          </p:cNvSpPr>
          <p:nvPr>
            <p:custDataLst>
              <p:custData r:id="rId32"/>
            </p:custDataLst>
          </p:nvPr>
        </p:nvSpPr>
        <p:spPr bwMode="auto">
          <a:xfrm>
            <a:off x="6327307" y="3209943"/>
            <a:ext cx="1125482" cy="522288"/>
          </a:xfrm>
          <a:prstGeom prst="rect">
            <a:avLst/>
          </a:prstGeom>
          <a:solidFill>
            <a:srgbClr val="FFFF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kern="0" dirty="0">
                <a:solidFill>
                  <a:sysClr val="windowText" lastClr="000000"/>
                </a:solidFill>
              </a:rPr>
              <a:t>Validation Engine</a:t>
            </a:r>
            <a:endParaRPr kumimoji="0" lang="en-US" sz="1200" b="1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cxnSp>
        <p:nvCxnSpPr>
          <p:cNvPr id="48" name="Straight Arrow Connector 47"/>
          <p:cNvCxnSpPr>
            <a:stCxn id="12" idx="2"/>
            <a:endCxn id="40" idx="0"/>
          </p:cNvCxnSpPr>
          <p:nvPr>
            <p:custDataLst>
              <p:custData r:id="rId33"/>
            </p:custDataLst>
          </p:nvPr>
        </p:nvCxnSpPr>
        <p:spPr>
          <a:xfrm>
            <a:off x="5780689" y="1868687"/>
            <a:ext cx="1109359" cy="1341256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Rectangle 49"/>
          <p:cNvSpPr>
            <a:spLocks noChangeArrowheads="1"/>
          </p:cNvSpPr>
          <p:nvPr>
            <p:custDataLst>
              <p:custData r:id="rId34"/>
            </p:custDataLst>
          </p:nvPr>
        </p:nvSpPr>
        <p:spPr bwMode="auto">
          <a:xfrm>
            <a:off x="6627041" y="4567109"/>
            <a:ext cx="1125482" cy="522287"/>
          </a:xfrm>
          <a:prstGeom prst="rect">
            <a:avLst/>
          </a:prstGeom>
          <a:solidFill>
            <a:srgbClr val="C0C0C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kern="0" dirty="0">
                <a:solidFill>
                  <a:sysClr val="windowText" lastClr="000000"/>
                </a:solidFill>
              </a:rPr>
              <a:t>Tax Rules Accessor</a:t>
            </a:r>
            <a:endParaRPr kumimoji="0" lang="en-US" sz="1200" b="1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cxnSp>
        <p:nvCxnSpPr>
          <p:cNvPr id="51" name="Straight Arrow Connector 50"/>
          <p:cNvCxnSpPr>
            <a:stCxn id="50" idx="2"/>
            <a:endCxn id="54" idx="0"/>
          </p:cNvCxnSpPr>
          <p:nvPr>
            <p:custDataLst>
              <p:custData r:id="rId35"/>
            </p:custDataLst>
          </p:nvPr>
        </p:nvCxnSpPr>
        <p:spPr>
          <a:xfrm>
            <a:off x="7189782" y="5089396"/>
            <a:ext cx="0" cy="494008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Rectangle 51"/>
          <p:cNvSpPr>
            <a:spLocks noChangeArrowheads="1"/>
          </p:cNvSpPr>
          <p:nvPr>
            <p:custDataLst>
              <p:custData r:id="rId36"/>
            </p:custDataLst>
          </p:nvPr>
        </p:nvSpPr>
        <p:spPr bwMode="auto">
          <a:xfrm>
            <a:off x="5079191" y="3210220"/>
            <a:ext cx="1125482" cy="522288"/>
          </a:xfrm>
          <a:prstGeom prst="rect">
            <a:avLst/>
          </a:prstGeom>
          <a:solidFill>
            <a:srgbClr val="FFFF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kern="0" dirty="0">
                <a:solidFill>
                  <a:sysClr val="windowText" lastClr="000000"/>
                </a:solidFill>
              </a:rPr>
              <a:t>Tax Calculation Engine</a:t>
            </a:r>
            <a:endParaRPr kumimoji="0" lang="en-US" sz="1200" b="1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cxnSp>
        <p:nvCxnSpPr>
          <p:cNvPr id="53" name="Straight Arrow Connector 52"/>
          <p:cNvCxnSpPr>
            <a:stCxn id="52" idx="2"/>
            <a:endCxn id="50" idx="0"/>
          </p:cNvCxnSpPr>
          <p:nvPr>
            <p:custDataLst>
              <p:custData r:id="rId37"/>
            </p:custDataLst>
          </p:nvPr>
        </p:nvCxnSpPr>
        <p:spPr>
          <a:xfrm>
            <a:off x="5641932" y="3732508"/>
            <a:ext cx="1547850" cy="834601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Rectangle 53"/>
          <p:cNvSpPr>
            <a:spLocks noChangeArrowheads="1"/>
          </p:cNvSpPr>
          <p:nvPr>
            <p:custDataLst>
              <p:custData r:id="rId38"/>
            </p:custDataLst>
          </p:nvPr>
        </p:nvSpPr>
        <p:spPr bwMode="auto">
          <a:xfrm>
            <a:off x="6627040" y="5583404"/>
            <a:ext cx="1125483" cy="522287"/>
          </a:xfrm>
          <a:prstGeom prst="rect">
            <a:avLst/>
          </a:prstGeom>
          <a:solidFill>
            <a:srgbClr val="00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Tax Rules</a:t>
            </a:r>
            <a:r>
              <a:rPr kumimoji="0" lang="en-US" sz="1200" b="1" i="0" u="none" strike="noStrike" kern="0" cap="none" spc="0" normalizeH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 </a:t>
            </a: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API</a:t>
            </a:r>
          </a:p>
        </p:txBody>
      </p:sp>
      <p:cxnSp>
        <p:nvCxnSpPr>
          <p:cNvPr id="61" name="Straight Arrow Connector 60"/>
          <p:cNvCxnSpPr>
            <a:stCxn id="12" idx="2"/>
            <a:endCxn id="52" idx="0"/>
          </p:cNvCxnSpPr>
          <p:nvPr>
            <p:custDataLst>
              <p:custData r:id="rId39"/>
            </p:custDataLst>
          </p:nvPr>
        </p:nvCxnSpPr>
        <p:spPr>
          <a:xfrm flipH="1">
            <a:off x="5641932" y="1868687"/>
            <a:ext cx="138757" cy="1341533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818167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73989"/>
          </a:xfrm>
        </p:spPr>
        <p:txBody>
          <a:bodyPr>
            <a:normAutofit/>
          </a:bodyPr>
          <a:lstStyle/>
          <a:p>
            <a:pPr algn="r"/>
            <a:r>
              <a:rPr lang="en-US" sz="2400" dirty="0"/>
              <a:t>Send an order notification</a:t>
            </a:r>
          </a:p>
        </p:txBody>
      </p:sp>
      <p:cxnSp>
        <p:nvCxnSpPr>
          <p:cNvPr id="20" name="Straight Arrow Connector 19"/>
          <p:cNvCxnSpPr>
            <a:stCxn id="45" idx="2"/>
            <a:endCxn id="16" idx="1"/>
          </p:cNvCxnSpPr>
          <p:nvPr>
            <p:custDataLst>
              <p:custData r:id="rId1"/>
            </p:custDataLst>
          </p:nvPr>
        </p:nvCxnSpPr>
        <p:spPr>
          <a:xfrm>
            <a:off x="5996039" y="2017686"/>
            <a:ext cx="1378322" cy="793269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>
            <a:spLocks noChangeArrowheads="1"/>
          </p:cNvSpPr>
          <p:nvPr>
            <p:custDataLst>
              <p:custData r:id="rId2"/>
            </p:custDataLst>
          </p:nvPr>
        </p:nvSpPr>
        <p:spPr bwMode="auto">
          <a:xfrm>
            <a:off x="7374361" y="2549811"/>
            <a:ext cx="1125482" cy="522288"/>
          </a:xfrm>
          <a:prstGeom prst="rect">
            <a:avLst/>
          </a:prstGeom>
          <a:solidFill>
            <a:srgbClr val="FFFF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kern="0" dirty="0">
                <a:solidFill>
                  <a:sysClr val="windowText" lastClr="000000"/>
                </a:solidFill>
              </a:rPr>
              <a:t>Email Formatting Engine</a:t>
            </a:r>
            <a:endParaRPr kumimoji="0" lang="en-US" sz="1200" b="1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36" name="Rectangle 35"/>
          <p:cNvSpPr>
            <a:spLocks noChangeArrowheads="1"/>
          </p:cNvSpPr>
          <p:nvPr>
            <p:custDataLst>
              <p:custData r:id="rId3"/>
            </p:custDataLst>
          </p:nvPr>
        </p:nvSpPr>
        <p:spPr bwMode="auto">
          <a:xfrm>
            <a:off x="3256850" y="3938896"/>
            <a:ext cx="1125482" cy="522287"/>
          </a:xfrm>
          <a:prstGeom prst="rect">
            <a:avLst/>
          </a:prstGeom>
          <a:solidFill>
            <a:srgbClr val="C0C0C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kern="0" dirty="0">
                <a:solidFill>
                  <a:sysClr val="windowText" lastClr="000000"/>
                </a:solidFill>
              </a:rPr>
              <a:t>Order Accessor</a:t>
            </a:r>
            <a:endParaRPr kumimoji="0" lang="en-US" sz="1200" b="1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37" name="AutoShape 4"/>
          <p:cNvSpPr>
            <a:spLocks noChangeArrowheads="1"/>
          </p:cNvSpPr>
          <p:nvPr>
            <p:custDataLst>
              <p:custData r:id="rId4"/>
            </p:custDataLst>
          </p:nvPr>
        </p:nvSpPr>
        <p:spPr bwMode="auto">
          <a:xfrm>
            <a:off x="3335415" y="4834086"/>
            <a:ext cx="968352" cy="796315"/>
          </a:xfrm>
          <a:prstGeom prst="can">
            <a:avLst>
              <a:gd name="adj" fmla="val 25000"/>
            </a:avLst>
          </a:prstGeom>
          <a:solidFill>
            <a:srgbClr val="00FFFF"/>
          </a:solidFill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anchor="ctr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50" b="1" kern="0" dirty="0">
                <a:solidFill>
                  <a:sysClr val="windowText" lastClr="000000"/>
                </a:solidFill>
              </a:rPr>
              <a:t>Order Data</a:t>
            </a:r>
          </a:p>
        </p:txBody>
      </p:sp>
      <p:cxnSp>
        <p:nvCxnSpPr>
          <p:cNvPr id="38" name="Straight Arrow Connector 37"/>
          <p:cNvCxnSpPr>
            <a:stCxn id="36" idx="2"/>
            <a:endCxn id="37" idx="1"/>
          </p:cNvCxnSpPr>
          <p:nvPr>
            <p:custDataLst>
              <p:custData r:id="rId5"/>
            </p:custDataLst>
          </p:nvPr>
        </p:nvCxnSpPr>
        <p:spPr>
          <a:xfrm>
            <a:off x="3819591" y="4461183"/>
            <a:ext cx="0" cy="372903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ectangle 38"/>
          <p:cNvSpPr>
            <a:spLocks noChangeArrowheads="1"/>
          </p:cNvSpPr>
          <p:nvPr>
            <p:custDataLst>
              <p:custData r:id="rId6"/>
            </p:custDataLst>
          </p:nvPr>
        </p:nvSpPr>
        <p:spPr bwMode="auto">
          <a:xfrm>
            <a:off x="4693200" y="3938896"/>
            <a:ext cx="1125482" cy="522287"/>
          </a:xfrm>
          <a:prstGeom prst="rect">
            <a:avLst/>
          </a:prstGeom>
          <a:solidFill>
            <a:srgbClr val="C0C0C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kern="0" dirty="0">
                <a:solidFill>
                  <a:sysClr val="windowText" lastClr="000000"/>
                </a:solidFill>
              </a:rPr>
              <a:t>Email Accessor</a:t>
            </a:r>
            <a:endParaRPr kumimoji="0" lang="en-US" sz="1200" b="1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cxnSp>
        <p:nvCxnSpPr>
          <p:cNvPr id="41" name="Straight Arrow Connector 40"/>
          <p:cNvCxnSpPr>
            <a:stCxn id="39" idx="2"/>
            <a:endCxn id="42" idx="0"/>
          </p:cNvCxnSpPr>
          <p:nvPr>
            <p:custDataLst>
              <p:custData r:id="rId7"/>
            </p:custDataLst>
          </p:nvPr>
        </p:nvCxnSpPr>
        <p:spPr>
          <a:xfrm>
            <a:off x="5255941" y="4461183"/>
            <a:ext cx="1" cy="499753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Rectangle 41"/>
          <p:cNvSpPr>
            <a:spLocks noChangeArrowheads="1"/>
          </p:cNvSpPr>
          <p:nvPr>
            <p:custDataLst>
              <p:custData r:id="rId8"/>
            </p:custDataLst>
          </p:nvPr>
        </p:nvSpPr>
        <p:spPr bwMode="auto">
          <a:xfrm>
            <a:off x="4693200" y="4960936"/>
            <a:ext cx="1125483" cy="522287"/>
          </a:xfrm>
          <a:prstGeom prst="rect">
            <a:avLst/>
          </a:prstGeom>
          <a:solidFill>
            <a:srgbClr val="00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SMTP Service</a:t>
            </a:r>
          </a:p>
        </p:txBody>
      </p:sp>
      <p:cxnSp>
        <p:nvCxnSpPr>
          <p:cNvPr id="43" name="Straight Arrow Connector 42"/>
          <p:cNvCxnSpPr>
            <a:stCxn id="45" idx="2"/>
            <a:endCxn id="36" idx="0"/>
          </p:cNvCxnSpPr>
          <p:nvPr>
            <p:custDataLst>
              <p:custData r:id="rId9"/>
            </p:custDataLst>
          </p:nvPr>
        </p:nvCxnSpPr>
        <p:spPr>
          <a:xfrm flipH="1">
            <a:off x="3819591" y="2017686"/>
            <a:ext cx="2176448" cy="192121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>
            <a:stCxn id="45" idx="2"/>
            <a:endCxn id="39" idx="0"/>
          </p:cNvCxnSpPr>
          <p:nvPr>
            <p:custDataLst>
              <p:custData r:id="rId10"/>
            </p:custDataLst>
          </p:nvPr>
        </p:nvCxnSpPr>
        <p:spPr>
          <a:xfrm flipH="1">
            <a:off x="5255941" y="2017686"/>
            <a:ext cx="740098" cy="192121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Rectangle 44"/>
          <p:cNvSpPr>
            <a:spLocks noChangeArrowheads="1"/>
          </p:cNvSpPr>
          <p:nvPr>
            <p:custDataLst>
              <p:custData r:id="rId11"/>
            </p:custDataLst>
          </p:nvPr>
        </p:nvSpPr>
        <p:spPr bwMode="auto">
          <a:xfrm>
            <a:off x="5433298" y="1495398"/>
            <a:ext cx="1125482" cy="522288"/>
          </a:xfrm>
          <a:prstGeom prst="rect">
            <a:avLst/>
          </a:prstGeom>
          <a:solidFill>
            <a:srgbClr val="FFFF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kern="0" dirty="0">
                <a:solidFill>
                  <a:sysClr val="windowText" lastClr="000000"/>
                </a:solidFill>
              </a:rPr>
              <a:t>Notification Manager</a:t>
            </a:r>
            <a:endParaRPr kumimoji="0" lang="en-US" sz="1200" b="1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cxnSp>
        <p:nvCxnSpPr>
          <p:cNvPr id="46" name="Straight Arrow Connector 45"/>
          <p:cNvCxnSpPr>
            <a:stCxn id="47" idx="3"/>
            <a:endCxn id="45" idx="1"/>
          </p:cNvCxnSpPr>
          <p:nvPr>
            <p:custDataLst>
              <p:custData r:id="rId12"/>
            </p:custDataLst>
          </p:nvPr>
        </p:nvCxnSpPr>
        <p:spPr>
          <a:xfrm>
            <a:off x="4405256" y="1751417"/>
            <a:ext cx="1028042" cy="5125"/>
          </a:xfrm>
          <a:prstGeom prst="straightConnector1">
            <a:avLst/>
          </a:prstGeom>
          <a:ln w="19050">
            <a:solidFill>
              <a:schemeClr val="tx1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Rectangle 46"/>
          <p:cNvSpPr>
            <a:spLocks noChangeArrowheads="1"/>
          </p:cNvSpPr>
          <p:nvPr>
            <p:custDataLst>
              <p:custData r:id="rId13"/>
            </p:custDataLst>
          </p:nvPr>
        </p:nvSpPr>
        <p:spPr bwMode="auto">
          <a:xfrm>
            <a:off x="3279774" y="1490273"/>
            <a:ext cx="1125482" cy="522288"/>
          </a:xfrm>
          <a:prstGeom prst="rect">
            <a:avLst/>
          </a:prstGeom>
          <a:solidFill>
            <a:srgbClr val="FFFF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kern="0" dirty="0">
                <a:solidFill>
                  <a:sysClr val="windowText" lastClr="000000"/>
                </a:solidFill>
              </a:rPr>
              <a:t>Order Manager</a:t>
            </a:r>
            <a:endParaRPr kumimoji="0" lang="en-US" sz="1200" b="1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8" name="Rectangle 17"/>
          <p:cNvSpPr>
            <a:spLocks noChangeArrowheads="1"/>
          </p:cNvSpPr>
          <p:nvPr>
            <p:custDataLst>
              <p:custData r:id="rId14"/>
            </p:custDataLst>
          </p:nvPr>
        </p:nvSpPr>
        <p:spPr bwMode="auto">
          <a:xfrm>
            <a:off x="6129550" y="3938896"/>
            <a:ext cx="1125482" cy="522287"/>
          </a:xfrm>
          <a:prstGeom prst="rect">
            <a:avLst/>
          </a:prstGeom>
          <a:solidFill>
            <a:srgbClr val="C0C0C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kern="0" dirty="0">
                <a:solidFill>
                  <a:sysClr val="windowText" lastClr="000000"/>
                </a:solidFill>
              </a:rPr>
              <a:t>Seller Accessor</a:t>
            </a:r>
            <a:endParaRPr kumimoji="0" lang="en-US" sz="1200" b="1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9" name="AutoShape 4"/>
          <p:cNvSpPr>
            <a:spLocks noChangeArrowheads="1"/>
          </p:cNvSpPr>
          <p:nvPr>
            <p:custDataLst>
              <p:custData r:id="rId15"/>
            </p:custDataLst>
          </p:nvPr>
        </p:nvSpPr>
        <p:spPr bwMode="auto">
          <a:xfrm>
            <a:off x="6208115" y="4834086"/>
            <a:ext cx="968352" cy="796315"/>
          </a:xfrm>
          <a:prstGeom prst="can">
            <a:avLst>
              <a:gd name="adj" fmla="val 25000"/>
            </a:avLst>
          </a:prstGeom>
          <a:solidFill>
            <a:srgbClr val="00FFFF"/>
          </a:solidFill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anchor="ctr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50" b="1" kern="0" dirty="0">
                <a:solidFill>
                  <a:sysClr val="windowText" lastClr="000000"/>
                </a:solidFill>
              </a:rPr>
              <a:t>Seller Data</a:t>
            </a:r>
          </a:p>
        </p:txBody>
      </p:sp>
      <p:cxnSp>
        <p:nvCxnSpPr>
          <p:cNvPr id="21" name="Straight Arrow Connector 20"/>
          <p:cNvCxnSpPr>
            <a:stCxn id="18" idx="2"/>
            <a:endCxn id="19" idx="1"/>
          </p:cNvCxnSpPr>
          <p:nvPr>
            <p:custDataLst>
              <p:custData r:id="rId16"/>
            </p:custDataLst>
          </p:nvPr>
        </p:nvCxnSpPr>
        <p:spPr>
          <a:xfrm>
            <a:off x="6692291" y="4461183"/>
            <a:ext cx="0" cy="372903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stCxn id="45" idx="2"/>
            <a:endCxn id="18" idx="0"/>
          </p:cNvCxnSpPr>
          <p:nvPr>
            <p:custDataLst>
              <p:custData r:id="rId17"/>
            </p:custDataLst>
          </p:nvPr>
        </p:nvCxnSpPr>
        <p:spPr>
          <a:xfrm>
            <a:off x="5996039" y="2017686"/>
            <a:ext cx="696252" cy="192121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384679" y="544397"/>
            <a:ext cx="272702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/>
              <a:t>Rev C – Remove relation between engine and Seller Accessor</a:t>
            </a:r>
          </a:p>
        </p:txBody>
      </p:sp>
    </p:spTree>
    <p:extLst>
      <p:ext uri="{BB962C8B-B14F-4D97-AF65-F5344CB8AC3E}">
        <p14:creationId xmlns:p14="http://schemas.microsoft.com/office/powerpoint/2010/main" val="33613171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73989"/>
          </a:xfrm>
        </p:spPr>
        <p:txBody>
          <a:bodyPr>
            <a:normAutofit/>
          </a:bodyPr>
          <a:lstStyle/>
          <a:p>
            <a:pPr algn="r"/>
            <a:r>
              <a:rPr lang="en-US" sz="2400" dirty="0"/>
              <a:t>View an order</a:t>
            </a:r>
          </a:p>
        </p:txBody>
      </p:sp>
      <p:sp>
        <p:nvSpPr>
          <p:cNvPr id="11" name="Rectangle 10"/>
          <p:cNvSpPr>
            <a:spLocks noChangeArrowheads="1"/>
          </p:cNvSpPr>
          <p:nvPr>
            <p:custDataLst>
              <p:custData r:id="rId1"/>
            </p:custDataLst>
          </p:nvPr>
        </p:nvSpPr>
        <p:spPr bwMode="auto">
          <a:xfrm>
            <a:off x="4048368" y="1070240"/>
            <a:ext cx="1125482" cy="522288"/>
          </a:xfrm>
          <a:prstGeom prst="rect">
            <a:avLst/>
          </a:prstGeom>
          <a:solidFill>
            <a:srgbClr val="99FF33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Webstore</a:t>
            </a:r>
          </a:p>
        </p:txBody>
      </p:sp>
      <p:sp>
        <p:nvSpPr>
          <p:cNvPr id="12" name="Rectangle 11"/>
          <p:cNvSpPr>
            <a:spLocks noChangeArrowheads="1"/>
          </p:cNvSpPr>
          <p:nvPr>
            <p:custDataLst>
              <p:custData r:id="rId2"/>
            </p:custDataLst>
          </p:nvPr>
        </p:nvSpPr>
        <p:spPr bwMode="auto">
          <a:xfrm>
            <a:off x="5533259" y="2280139"/>
            <a:ext cx="1125482" cy="522288"/>
          </a:xfrm>
          <a:prstGeom prst="rect">
            <a:avLst/>
          </a:prstGeom>
          <a:solidFill>
            <a:srgbClr val="FFFF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kern="0" dirty="0">
                <a:solidFill>
                  <a:sysClr val="windowText" lastClr="000000"/>
                </a:solidFill>
              </a:rPr>
              <a:t>Order Manager</a:t>
            </a:r>
            <a:endParaRPr kumimoji="0" lang="en-US" sz="1200" b="1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cxnSp>
        <p:nvCxnSpPr>
          <p:cNvPr id="15" name="Straight Arrow Connector 14"/>
          <p:cNvCxnSpPr>
            <a:stCxn id="11" idx="2"/>
            <a:endCxn id="12" idx="0"/>
          </p:cNvCxnSpPr>
          <p:nvPr>
            <p:custDataLst>
              <p:custData r:id="rId3"/>
            </p:custDataLst>
          </p:nvPr>
        </p:nvCxnSpPr>
        <p:spPr>
          <a:xfrm>
            <a:off x="4611109" y="1592528"/>
            <a:ext cx="1484891" cy="687611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>
            <a:spLocks noChangeArrowheads="1"/>
          </p:cNvSpPr>
          <p:nvPr>
            <p:custDataLst>
              <p:custData r:id="rId4"/>
            </p:custDataLst>
          </p:nvPr>
        </p:nvSpPr>
        <p:spPr bwMode="auto">
          <a:xfrm>
            <a:off x="5520908" y="3964723"/>
            <a:ext cx="1125482" cy="522287"/>
          </a:xfrm>
          <a:prstGeom prst="rect">
            <a:avLst/>
          </a:prstGeom>
          <a:solidFill>
            <a:srgbClr val="C0C0C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kern="0" dirty="0">
                <a:solidFill>
                  <a:sysClr val="windowText" lastClr="000000"/>
                </a:solidFill>
              </a:rPr>
              <a:t>Order Accessor</a:t>
            </a:r>
            <a:endParaRPr kumimoji="0" lang="en-US" sz="1200" b="1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37" name="AutoShape 4"/>
          <p:cNvSpPr>
            <a:spLocks noChangeArrowheads="1"/>
          </p:cNvSpPr>
          <p:nvPr>
            <p:custDataLst>
              <p:custData r:id="rId5"/>
            </p:custDataLst>
          </p:nvPr>
        </p:nvSpPr>
        <p:spPr bwMode="auto">
          <a:xfrm>
            <a:off x="5599473" y="4859913"/>
            <a:ext cx="968352" cy="796315"/>
          </a:xfrm>
          <a:prstGeom prst="can">
            <a:avLst>
              <a:gd name="adj" fmla="val 25000"/>
            </a:avLst>
          </a:prstGeom>
          <a:solidFill>
            <a:srgbClr val="00FFFF"/>
          </a:solidFill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anchor="ctr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50" b="1" kern="0" dirty="0">
                <a:solidFill>
                  <a:sysClr val="windowText" lastClr="000000"/>
                </a:solidFill>
              </a:rPr>
              <a:t>Order Data</a:t>
            </a:r>
          </a:p>
        </p:txBody>
      </p:sp>
      <p:cxnSp>
        <p:nvCxnSpPr>
          <p:cNvPr id="38" name="Straight Arrow Connector 37"/>
          <p:cNvCxnSpPr>
            <a:stCxn id="36" idx="2"/>
            <a:endCxn id="37" idx="1"/>
          </p:cNvCxnSpPr>
          <p:nvPr>
            <p:custDataLst>
              <p:custData r:id="rId6"/>
            </p:custDataLst>
          </p:nvPr>
        </p:nvCxnSpPr>
        <p:spPr>
          <a:xfrm>
            <a:off x="6083649" y="4487010"/>
            <a:ext cx="0" cy="372903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/>
          <p:cNvCxnSpPr>
            <a:stCxn id="12" idx="2"/>
            <a:endCxn id="36" idx="0"/>
          </p:cNvCxnSpPr>
          <p:nvPr>
            <p:custDataLst>
              <p:custData r:id="rId7"/>
            </p:custDataLst>
          </p:nvPr>
        </p:nvCxnSpPr>
        <p:spPr>
          <a:xfrm flipH="1">
            <a:off x="6083649" y="2802427"/>
            <a:ext cx="12351" cy="1162296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14" idx="2"/>
            <a:endCxn id="12" idx="0"/>
          </p:cNvCxnSpPr>
          <p:nvPr>
            <p:custDataLst>
              <p:custData r:id="rId8"/>
            </p:custDataLst>
          </p:nvPr>
        </p:nvCxnSpPr>
        <p:spPr>
          <a:xfrm>
            <a:off x="6083649" y="1592528"/>
            <a:ext cx="12351" cy="687611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>
            <a:spLocks noChangeArrowheads="1"/>
          </p:cNvSpPr>
          <p:nvPr>
            <p:custDataLst>
              <p:custData r:id="rId9"/>
            </p:custDataLst>
          </p:nvPr>
        </p:nvSpPr>
        <p:spPr bwMode="auto">
          <a:xfrm>
            <a:off x="5520908" y="1070240"/>
            <a:ext cx="1125482" cy="522288"/>
          </a:xfrm>
          <a:prstGeom prst="rect">
            <a:avLst/>
          </a:prstGeom>
          <a:solidFill>
            <a:srgbClr val="99FF33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Admin</a:t>
            </a:r>
          </a:p>
        </p:txBody>
      </p:sp>
      <p:sp>
        <p:nvSpPr>
          <p:cNvPr id="16" name="Rectangle 15"/>
          <p:cNvSpPr>
            <a:spLocks noChangeArrowheads="1"/>
          </p:cNvSpPr>
          <p:nvPr>
            <p:custDataLst>
              <p:custData r:id="rId10"/>
            </p:custDataLst>
          </p:nvPr>
        </p:nvSpPr>
        <p:spPr bwMode="auto">
          <a:xfrm>
            <a:off x="7003345" y="1070240"/>
            <a:ext cx="1125482" cy="522288"/>
          </a:xfrm>
          <a:prstGeom prst="rect">
            <a:avLst/>
          </a:prstGeom>
          <a:solidFill>
            <a:srgbClr val="99FF33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Back Office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Admin</a:t>
            </a:r>
          </a:p>
        </p:txBody>
      </p:sp>
      <p:cxnSp>
        <p:nvCxnSpPr>
          <p:cNvPr id="17" name="Straight Arrow Connector 16"/>
          <p:cNvCxnSpPr>
            <a:stCxn id="16" idx="2"/>
            <a:endCxn id="12" idx="0"/>
          </p:cNvCxnSpPr>
          <p:nvPr>
            <p:custDataLst>
              <p:custData r:id="rId11"/>
            </p:custDataLst>
          </p:nvPr>
        </p:nvCxnSpPr>
        <p:spPr>
          <a:xfrm flipH="1">
            <a:off x="6096000" y="1592528"/>
            <a:ext cx="1470086" cy="687611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1626287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73989"/>
          </a:xfrm>
        </p:spPr>
        <p:txBody>
          <a:bodyPr>
            <a:normAutofit/>
          </a:bodyPr>
          <a:lstStyle/>
          <a:p>
            <a:pPr algn="r"/>
            <a:r>
              <a:rPr lang="en-US" sz="2400" dirty="0"/>
              <a:t>Fulfill an order</a:t>
            </a:r>
          </a:p>
        </p:txBody>
      </p:sp>
      <p:sp>
        <p:nvSpPr>
          <p:cNvPr id="11" name="Rectangle 10"/>
          <p:cNvSpPr>
            <a:spLocks noChangeArrowheads="1"/>
          </p:cNvSpPr>
          <p:nvPr>
            <p:custDataLst>
              <p:custData r:id="rId1"/>
            </p:custDataLst>
          </p:nvPr>
        </p:nvSpPr>
        <p:spPr bwMode="auto">
          <a:xfrm>
            <a:off x="5533259" y="1225031"/>
            <a:ext cx="1125482" cy="522288"/>
          </a:xfrm>
          <a:prstGeom prst="rect">
            <a:avLst/>
          </a:prstGeom>
          <a:solidFill>
            <a:srgbClr val="99FF33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Admin</a:t>
            </a:r>
          </a:p>
        </p:txBody>
      </p:sp>
      <p:sp>
        <p:nvSpPr>
          <p:cNvPr id="12" name="Rectangle 11"/>
          <p:cNvSpPr>
            <a:spLocks noChangeArrowheads="1"/>
          </p:cNvSpPr>
          <p:nvPr>
            <p:custDataLst>
              <p:custData r:id="rId2"/>
            </p:custDataLst>
          </p:nvPr>
        </p:nvSpPr>
        <p:spPr bwMode="auto">
          <a:xfrm>
            <a:off x="5533259" y="2124879"/>
            <a:ext cx="1125482" cy="522288"/>
          </a:xfrm>
          <a:prstGeom prst="rect">
            <a:avLst/>
          </a:prstGeom>
          <a:solidFill>
            <a:srgbClr val="FFFF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kern="0" dirty="0">
                <a:solidFill>
                  <a:sysClr val="windowText" lastClr="000000"/>
                </a:solidFill>
              </a:rPr>
              <a:t>Order Manager</a:t>
            </a:r>
            <a:endParaRPr kumimoji="0" lang="en-US" sz="1200" b="1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cxnSp>
        <p:nvCxnSpPr>
          <p:cNvPr id="15" name="Straight Arrow Connector 14"/>
          <p:cNvCxnSpPr>
            <a:stCxn id="11" idx="2"/>
            <a:endCxn id="12" idx="0"/>
          </p:cNvCxnSpPr>
          <p:nvPr>
            <p:custDataLst>
              <p:custData r:id="rId3"/>
            </p:custDataLst>
          </p:nvPr>
        </p:nvCxnSpPr>
        <p:spPr>
          <a:xfrm>
            <a:off x="6096000" y="1747319"/>
            <a:ext cx="0" cy="37756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>
            <a:spLocks noChangeArrowheads="1"/>
          </p:cNvSpPr>
          <p:nvPr>
            <p:custDataLst>
              <p:custData r:id="rId4"/>
            </p:custDataLst>
          </p:nvPr>
        </p:nvSpPr>
        <p:spPr bwMode="auto">
          <a:xfrm>
            <a:off x="4105470" y="3964723"/>
            <a:ext cx="1125482" cy="522287"/>
          </a:xfrm>
          <a:prstGeom prst="rect">
            <a:avLst/>
          </a:prstGeom>
          <a:solidFill>
            <a:srgbClr val="C0C0C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kern="0" dirty="0">
                <a:solidFill>
                  <a:sysClr val="windowText" lastClr="000000"/>
                </a:solidFill>
              </a:rPr>
              <a:t>Order Accessor</a:t>
            </a:r>
            <a:endParaRPr kumimoji="0" lang="en-US" sz="1200" b="1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37" name="AutoShape 4"/>
          <p:cNvSpPr>
            <a:spLocks noChangeArrowheads="1"/>
          </p:cNvSpPr>
          <p:nvPr>
            <p:custDataLst>
              <p:custData r:id="rId5"/>
            </p:custDataLst>
          </p:nvPr>
        </p:nvSpPr>
        <p:spPr bwMode="auto">
          <a:xfrm>
            <a:off x="4184035" y="4859913"/>
            <a:ext cx="968352" cy="796315"/>
          </a:xfrm>
          <a:prstGeom prst="can">
            <a:avLst>
              <a:gd name="adj" fmla="val 25000"/>
            </a:avLst>
          </a:prstGeom>
          <a:solidFill>
            <a:srgbClr val="00FFFF"/>
          </a:solidFill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anchor="ctr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50" b="1" kern="0" dirty="0">
                <a:solidFill>
                  <a:sysClr val="windowText" lastClr="000000"/>
                </a:solidFill>
              </a:rPr>
              <a:t>Order Data</a:t>
            </a:r>
          </a:p>
        </p:txBody>
      </p:sp>
      <p:cxnSp>
        <p:nvCxnSpPr>
          <p:cNvPr id="38" name="Straight Arrow Connector 37"/>
          <p:cNvCxnSpPr>
            <a:stCxn id="36" idx="2"/>
            <a:endCxn id="37" idx="1"/>
          </p:cNvCxnSpPr>
          <p:nvPr>
            <p:custDataLst>
              <p:custData r:id="rId6"/>
            </p:custDataLst>
          </p:nvPr>
        </p:nvCxnSpPr>
        <p:spPr>
          <a:xfrm>
            <a:off x="4668211" y="4487010"/>
            <a:ext cx="0" cy="372903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ectangle 38"/>
          <p:cNvSpPr>
            <a:spLocks noChangeArrowheads="1"/>
          </p:cNvSpPr>
          <p:nvPr>
            <p:custDataLst>
              <p:custData r:id="rId7"/>
            </p:custDataLst>
          </p:nvPr>
        </p:nvSpPr>
        <p:spPr bwMode="auto">
          <a:xfrm>
            <a:off x="5541820" y="3964723"/>
            <a:ext cx="1125482" cy="522287"/>
          </a:xfrm>
          <a:prstGeom prst="rect">
            <a:avLst/>
          </a:prstGeom>
          <a:solidFill>
            <a:srgbClr val="C0C0C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kern="0" dirty="0">
                <a:solidFill>
                  <a:sysClr val="windowText" lastClr="000000"/>
                </a:solidFill>
              </a:rPr>
              <a:t>Payment Accessor</a:t>
            </a:r>
            <a:endParaRPr kumimoji="0" lang="en-US" sz="1200" b="1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cxnSp>
        <p:nvCxnSpPr>
          <p:cNvPr id="41" name="Straight Arrow Connector 40"/>
          <p:cNvCxnSpPr>
            <a:stCxn id="39" idx="2"/>
            <a:endCxn id="42" idx="0"/>
          </p:cNvCxnSpPr>
          <p:nvPr>
            <p:custDataLst>
              <p:custData r:id="rId8"/>
            </p:custDataLst>
          </p:nvPr>
        </p:nvCxnSpPr>
        <p:spPr>
          <a:xfrm>
            <a:off x="6104561" y="4487010"/>
            <a:ext cx="1" cy="499753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Rectangle 41"/>
          <p:cNvSpPr>
            <a:spLocks noChangeArrowheads="1"/>
          </p:cNvSpPr>
          <p:nvPr>
            <p:custDataLst>
              <p:custData r:id="rId9"/>
            </p:custDataLst>
          </p:nvPr>
        </p:nvSpPr>
        <p:spPr bwMode="auto">
          <a:xfrm>
            <a:off x="5541820" y="4986763"/>
            <a:ext cx="1125483" cy="522287"/>
          </a:xfrm>
          <a:prstGeom prst="rect">
            <a:avLst/>
          </a:prstGeom>
          <a:solidFill>
            <a:srgbClr val="00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Credit Card API</a:t>
            </a:r>
          </a:p>
        </p:txBody>
      </p:sp>
      <p:cxnSp>
        <p:nvCxnSpPr>
          <p:cNvPr id="43" name="Straight Arrow Connector 42"/>
          <p:cNvCxnSpPr>
            <a:stCxn id="12" idx="2"/>
            <a:endCxn id="36" idx="0"/>
          </p:cNvCxnSpPr>
          <p:nvPr>
            <p:custDataLst>
              <p:custData r:id="rId10"/>
            </p:custDataLst>
          </p:nvPr>
        </p:nvCxnSpPr>
        <p:spPr>
          <a:xfrm flipH="1">
            <a:off x="4668211" y="2647167"/>
            <a:ext cx="1427789" cy="1317556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>
            <a:stCxn id="12" idx="2"/>
            <a:endCxn id="39" idx="0"/>
          </p:cNvCxnSpPr>
          <p:nvPr>
            <p:custDataLst>
              <p:custData r:id="rId11"/>
            </p:custDataLst>
          </p:nvPr>
        </p:nvCxnSpPr>
        <p:spPr>
          <a:xfrm>
            <a:off x="6096000" y="2647167"/>
            <a:ext cx="8561" cy="1317556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Rectangle 44"/>
          <p:cNvSpPr>
            <a:spLocks noChangeArrowheads="1"/>
          </p:cNvSpPr>
          <p:nvPr>
            <p:custDataLst>
              <p:custData r:id="rId12"/>
            </p:custDataLst>
          </p:nvPr>
        </p:nvSpPr>
        <p:spPr bwMode="auto">
          <a:xfrm>
            <a:off x="8990097" y="2123144"/>
            <a:ext cx="1125482" cy="522288"/>
          </a:xfrm>
          <a:prstGeom prst="rect">
            <a:avLst/>
          </a:prstGeom>
          <a:solidFill>
            <a:srgbClr val="FFFF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kern="0" dirty="0">
                <a:solidFill>
                  <a:sysClr val="windowText" lastClr="000000"/>
                </a:solidFill>
              </a:rPr>
              <a:t>Notification Manager</a:t>
            </a:r>
            <a:endParaRPr kumimoji="0" lang="en-US" sz="1200" b="1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cxnSp>
        <p:nvCxnSpPr>
          <p:cNvPr id="46" name="Straight Arrow Connector 45"/>
          <p:cNvCxnSpPr>
            <a:stCxn id="12" idx="3"/>
            <a:endCxn id="45" idx="1"/>
          </p:cNvCxnSpPr>
          <p:nvPr>
            <p:custDataLst>
              <p:custData r:id="rId13"/>
            </p:custDataLst>
          </p:nvPr>
        </p:nvCxnSpPr>
        <p:spPr>
          <a:xfrm flipV="1">
            <a:off x="6658741" y="2384288"/>
            <a:ext cx="2331356" cy="1735"/>
          </a:xfrm>
          <a:prstGeom prst="straightConnector1">
            <a:avLst/>
          </a:prstGeom>
          <a:ln w="19050">
            <a:solidFill>
              <a:schemeClr val="tx1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>
            <a:spLocks noChangeArrowheads="1"/>
          </p:cNvSpPr>
          <p:nvPr>
            <p:custDataLst>
              <p:custData r:id="rId14"/>
            </p:custDataLst>
          </p:nvPr>
        </p:nvSpPr>
        <p:spPr bwMode="auto">
          <a:xfrm>
            <a:off x="6984587" y="3964723"/>
            <a:ext cx="1125482" cy="522287"/>
          </a:xfrm>
          <a:prstGeom prst="rect">
            <a:avLst/>
          </a:prstGeom>
          <a:solidFill>
            <a:srgbClr val="C0C0C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kern="0" dirty="0">
                <a:solidFill>
                  <a:sysClr val="windowText" lastClr="000000"/>
                </a:solidFill>
              </a:rPr>
              <a:t>Shipping Accessor</a:t>
            </a:r>
            <a:endParaRPr kumimoji="0" lang="en-US" sz="1200" b="1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cxnSp>
        <p:nvCxnSpPr>
          <p:cNvPr id="21" name="Straight Arrow Connector 20"/>
          <p:cNvCxnSpPr>
            <a:stCxn id="20" idx="2"/>
            <a:endCxn id="22" idx="0"/>
          </p:cNvCxnSpPr>
          <p:nvPr>
            <p:custDataLst>
              <p:custData r:id="rId15"/>
            </p:custDataLst>
          </p:nvPr>
        </p:nvCxnSpPr>
        <p:spPr>
          <a:xfrm>
            <a:off x="7547328" y="4487010"/>
            <a:ext cx="1" cy="499753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>
            <a:spLocks noChangeArrowheads="1"/>
          </p:cNvSpPr>
          <p:nvPr>
            <p:custDataLst>
              <p:custData r:id="rId16"/>
            </p:custDataLst>
          </p:nvPr>
        </p:nvSpPr>
        <p:spPr bwMode="auto">
          <a:xfrm>
            <a:off x="6984587" y="4986763"/>
            <a:ext cx="1125483" cy="522287"/>
          </a:xfrm>
          <a:prstGeom prst="rect">
            <a:avLst/>
          </a:prstGeom>
          <a:solidFill>
            <a:srgbClr val="00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Shipping API</a:t>
            </a:r>
          </a:p>
        </p:txBody>
      </p:sp>
      <p:cxnSp>
        <p:nvCxnSpPr>
          <p:cNvPr id="24" name="Straight Arrow Connector 23"/>
          <p:cNvCxnSpPr>
            <a:stCxn id="12" idx="2"/>
            <a:endCxn id="20" idx="0"/>
          </p:cNvCxnSpPr>
          <p:nvPr>
            <p:custDataLst>
              <p:custData r:id="rId17"/>
            </p:custDataLst>
          </p:nvPr>
        </p:nvCxnSpPr>
        <p:spPr>
          <a:xfrm>
            <a:off x="6096000" y="2647167"/>
            <a:ext cx="1451328" cy="1317556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6069309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73989"/>
          </a:xfrm>
        </p:spPr>
        <p:txBody>
          <a:bodyPr>
            <a:normAutofit/>
          </a:bodyPr>
          <a:lstStyle/>
          <a:p>
            <a:pPr algn="r"/>
            <a:r>
              <a:rPr lang="en-US" sz="2400" dirty="0"/>
              <a:t>Process a return</a:t>
            </a:r>
          </a:p>
        </p:txBody>
      </p:sp>
      <p:sp>
        <p:nvSpPr>
          <p:cNvPr id="12" name="Rectangle 11"/>
          <p:cNvSpPr>
            <a:spLocks noChangeArrowheads="1"/>
          </p:cNvSpPr>
          <p:nvPr>
            <p:custDataLst>
              <p:custData r:id="rId1"/>
            </p:custDataLst>
          </p:nvPr>
        </p:nvSpPr>
        <p:spPr bwMode="auto">
          <a:xfrm>
            <a:off x="5533259" y="2124879"/>
            <a:ext cx="1125482" cy="522288"/>
          </a:xfrm>
          <a:prstGeom prst="rect">
            <a:avLst/>
          </a:prstGeom>
          <a:solidFill>
            <a:srgbClr val="FFFF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kern="0" dirty="0">
                <a:solidFill>
                  <a:sysClr val="windowText" lastClr="000000"/>
                </a:solidFill>
              </a:rPr>
              <a:t>Order Manager</a:t>
            </a:r>
            <a:endParaRPr kumimoji="0" lang="en-US" sz="1200" b="1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cxnSp>
        <p:nvCxnSpPr>
          <p:cNvPr id="15" name="Straight Arrow Connector 14"/>
          <p:cNvCxnSpPr>
            <a:stCxn id="28" idx="2"/>
            <a:endCxn id="12" idx="0"/>
          </p:cNvCxnSpPr>
          <p:nvPr>
            <p:custDataLst>
              <p:custData r:id="rId2"/>
            </p:custDataLst>
          </p:nvPr>
        </p:nvCxnSpPr>
        <p:spPr>
          <a:xfrm>
            <a:off x="5359730" y="1591863"/>
            <a:ext cx="736270" cy="533016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>
            <a:spLocks noChangeArrowheads="1"/>
          </p:cNvSpPr>
          <p:nvPr>
            <p:custDataLst>
              <p:custData r:id="rId3"/>
            </p:custDataLst>
          </p:nvPr>
        </p:nvSpPr>
        <p:spPr bwMode="auto">
          <a:xfrm>
            <a:off x="2643985" y="4601648"/>
            <a:ext cx="1125482" cy="522287"/>
          </a:xfrm>
          <a:prstGeom prst="rect">
            <a:avLst/>
          </a:prstGeom>
          <a:solidFill>
            <a:srgbClr val="C0C0C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kern="0" dirty="0">
                <a:solidFill>
                  <a:sysClr val="windowText" lastClr="000000"/>
                </a:solidFill>
              </a:rPr>
              <a:t>Order Accessor</a:t>
            </a:r>
            <a:endParaRPr kumimoji="0" lang="en-US" sz="1200" b="1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37" name="AutoShape 4"/>
          <p:cNvSpPr>
            <a:spLocks noChangeArrowheads="1"/>
          </p:cNvSpPr>
          <p:nvPr>
            <p:custDataLst>
              <p:custData r:id="rId4"/>
            </p:custDataLst>
          </p:nvPr>
        </p:nvSpPr>
        <p:spPr bwMode="auto">
          <a:xfrm>
            <a:off x="2722550" y="5496838"/>
            <a:ext cx="968352" cy="796315"/>
          </a:xfrm>
          <a:prstGeom prst="can">
            <a:avLst>
              <a:gd name="adj" fmla="val 25000"/>
            </a:avLst>
          </a:prstGeom>
          <a:solidFill>
            <a:srgbClr val="00FFFF"/>
          </a:solidFill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anchor="ctr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50" b="1" kern="0" dirty="0">
                <a:solidFill>
                  <a:sysClr val="windowText" lastClr="000000"/>
                </a:solidFill>
              </a:rPr>
              <a:t>Orders</a:t>
            </a:r>
          </a:p>
        </p:txBody>
      </p:sp>
      <p:cxnSp>
        <p:nvCxnSpPr>
          <p:cNvPr id="38" name="Straight Arrow Connector 37"/>
          <p:cNvCxnSpPr>
            <a:stCxn id="36" idx="2"/>
            <a:endCxn id="37" idx="1"/>
          </p:cNvCxnSpPr>
          <p:nvPr>
            <p:custDataLst>
              <p:custData r:id="rId5"/>
            </p:custDataLst>
          </p:nvPr>
        </p:nvCxnSpPr>
        <p:spPr>
          <a:xfrm>
            <a:off x="3206726" y="5123935"/>
            <a:ext cx="0" cy="372903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ectangle 38"/>
          <p:cNvSpPr>
            <a:spLocks noChangeArrowheads="1"/>
          </p:cNvSpPr>
          <p:nvPr>
            <p:custDataLst>
              <p:custData r:id="rId6"/>
            </p:custDataLst>
          </p:nvPr>
        </p:nvSpPr>
        <p:spPr bwMode="auto">
          <a:xfrm>
            <a:off x="4080335" y="4601648"/>
            <a:ext cx="1125482" cy="522287"/>
          </a:xfrm>
          <a:prstGeom prst="rect">
            <a:avLst/>
          </a:prstGeom>
          <a:solidFill>
            <a:srgbClr val="C0C0C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kern="0" dirty="0">
                <a:solidFill>
                  <a:sysClr val="windowText" lastClr="000000"/>
                </a:solidFill>
              </a:rPr>
              <a:t>Payment Accessor</a:t>
            </a:r>
            <a:endParaRPr kumimoji="0" lang="en-US" sz="1200" b="1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cxnSp>
        <p:nvCxnSpPr>
          <p:cNvPr id="41" name="Straight Arrow Connector 40"/>
          <p:cNvCxnSpPr>
            <a:stCxn id="39" idx="2"/>
            <a:endCxn id="42" idx="0"/>
          </p:cNvCxnSpPr>
          <p:nvPr>
            <p:custDataLst>
              <p:custData r:id="rId7"/>
            </p:custDataLst>
          </p:nvPr>
        </p:nvCxnSpPr>
        <p:spPr>
          <a:xfrm>
            <a:off x="4643076" y="5123935"/>
            <a:ext cx="1" cy="499753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Rectangle 41"/>
          <p:cNvSpPr>
            <a:spLocks noChangeArrowheads="1"/>
          </p:cNvSpPr>
          <p:nvPr>
            <p:custDataLst>
              <p:custData r:id="rId8"/>
            </p:custDataLst>
          </p:nvPr>
        </p:nvSpPr>
        <p:spPr bwMode="auto">
          <a:xfrm>
            <a:off x="4080335" y="5623688"/>
            <a:ext cx="1125483" cy="522287"/>
          </a:xfrm>
          <a:prstGeom prst="rect">
            <a:avLst/>
          </a:prstGeom>
          <a:solidFill>
            <a:srgbClr val="00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Credit Card API</a:t>
            </a:r>
          </a:p>
        </p:txBody>
      </p:sp>
      <p:cxnSp>
        <p:nvCxnSpPr>
          <p:cNvPr id="43" name="Straight Arrow Connector 42"/>
          <p:cNvCxnSpPr>
            <a:stCxn id="12" idx="2"/>
            <a:endCxn id="36" idx="0"/>
          </p:cNvCxnSpPr>
          <p:nvPr>
            <p:custDataLst>
              <p:custData r:id="rId9"/>
            </p:custDataLst>
          </p:nvPr>
        </p:nvCxnSpPr>
        <p:spPr>
          <a:xfrm flipH="1">
            <a:off x="3206726" y="2647167"/>
            <a:ext cx="2889274" cy="1954481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>
            <a:stCxn id="12" idx="2"/>
            <a:endCxn id="39" idx="0"/>
          </p:cNvCxnSpPr>
          <p:nvPr>
            <p:custDataLst>
              <p:custData r:id="rId10"/>
            </p:custDataLst>
          </p:nvPr>
        </p:nvCxnSpPr>
        <p:spPr>
          <a:xfrm flipH="1">
            <a:off x="4643076" y="2647167"/>
            <a:ext cx="1452924" cy="1954481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Rectangle 44"/>
          <p:cNvSpPr>
            <a:spLocks noChangeArrowheads="1"/>
          </p:cNvSpPr>
          <p:nvPr>
            <p:custDataLst>
              <p:custData r:id="rId11"/>
            </p:custDataLst>
          </p:nvPr>
        </p:nvSpPr>
        <p:spPr bwMode="auto">
          <a:xfrm>
            <a:off x="8990097" y="2123144"/>
            <a:ext cx="1125482" cy="522288"/>
          </a:xfrm>
          <a:prstGeom prst="rect">
            <a:avLst/>
          </a:prstGeom>
          <a:solidFill>
            <a:srgbClr val="FFFF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kern="0" dirty="0">
                <a:solidFill>
                  <a:sysClr val="windowText" lastClr="000000"/>
                </a:solidFill>
              </a:rPr>
              <a:t>Notification Manager</a:t>
            </a:r>
            <a:endParaRPr kumimoji="0" lang="en-US" sz="1200" b="1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cxnSp>
        <p:nvCxnSpPr>
          <p:cNvPr id="46" name="Straight Arrow Connector 45"/>
          <p:cNvCxnSpPr>
            <a:stCxn id="12" idx="3"/>
            <a:endCxn id="45" idx="1"/>
          </p:cNvCxnSpPr>
          <p:nvPr>
            <p:custDataLst>
              <p:custData r:id="rId12"/>
            </p:custDataLst>
          </p:nvPr>
        </p:nvCxnSpPr>
        <p:spPr>
          <a:xfrm flipV="1">
            <a:off x="6658741" y="2384288"/>
            <a:ext cx="2331356" cy="1735"/>
          </a:xfrm>
          <a:prstGeom prst="straightConnector1">
            <a:avLst/>
          </a:prstGeom>
          <a:ln w="19050">
            <a:solidFill>
              <a:schemeClr val="tx1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>
            <a:stCxn id="12" idx="2"/>
            <a:endCxn id="30" idx="0"/>
          </p:cNvCxnSpPr>
          <p:nvPr>
            <p:custDataLst>
              <p:custData r:id="rId13"/>
            </p:custDataLst>
          </p:nvPr>
        </p:nvCxnSpPr>
        <p:spPr>
          <a:xfrm>
            <a:off x="6096000" y="2647167"/>
            <a:ext cx="935824" cy="854942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>
            <a:spLocks noChangeArrowheads="1"/>
          </p:cNvSpPr>
          <p:nvPr>
            <p:custDataLst>
              <p:custData r:id="rId14"/>
            </p:custDataLst>
          </p:nvPr>
        </p:nvSpPr>
        <p:spPr bwMode="auto">
          <a:xfrm>
            <a:off x="4796989" y="1069575"/>
            <a:ext cx="1125482" cy="522288"/>
          </a:xfrm>
          <a:prstGeom prst="rect">
            <a:avLst/>
          </a:prstGeom>
          <a:solidFill>
            <a:srgbClr val="99FF33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Admin</a:t>
            </a:r>
          </a:p>
        </p:txBody>
      </p:sp>
      <p:sp>
        <p:nvSpPr>
          <p:cNvPr id="29" name="Rectangle 28"/>
          <p:cNvSpPr>
            <a:spLocks noChangeArrowheads="1"/>
          </p:cNvSpPr>
          <p:nvPr>
            <p:custDataLst>
              <p:custData r:id="rId15"/>
            </p:custDataLst>
          </p:nvPr>
        </p:nvSpPr>
        <p:spPr bwMode="auto">
          <a:xfrm>
            <a:off x="6279426" y="1069575"/>
            <a:ext cx="1125482" cy="522288"/>
          </a:xfrm>
          <a:prstGeom prst="rect">
            <a:avLst/>
          </a:prstGeom>
          <a:solidFill>
            <a:srgbClr val="99FF33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kern="0" dirty="0">
                <a:solidFill>
                  <a:sysClr val="windowText" lastClr="000000"/>
                </a:solidFill>
              </a:rPr>
              <a:t>Back Office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Admin</a:t>
            </a:r>
          </a:p>
        </p:txBody>
      </p:sp>
      <p:cxnSp>
        <p:nvCxnSpPr>
          <p:cNvPr id="31" name="Straight Arrow Connector 30"/>
          <p:cNvCxnSpPr>
            <a:stCxn id="29" idx="2"/>
            <a:endCxn id="12" idx="0"/>
          </p:cNvCxnSpPr>
          <p:nvPr>
            <p:custDataLst>
              <p:custData r:id="rId16"/>
            </p:custDataLst>
          </p:nvPr>
        </p:nvCxnSpPr>
        <p:spPr>
          <a:xfrm flipH="1">
            <a:off x="6096000" y="1591863"/>
            <a:ext cx="746167" cy="533016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>
            <a:spLocks noChangeArrowheads="1"/>
          </p:cNvSpPr>
          <p:nvPr>
            <p:custDataLst>
              <p:custData r:id="rId17"/>
            </p:custDataLst>
          </p:nvPr>
        </p:nvSpPr>
        <p:spPr bwMode="auto">
          <a:xfrm>
            <a:off x="6469083" y="3502109"/>
            <a:ext cx="1125482" cy="522288"/>
          </a:xfrm>
          <a:prstGeom prst="rect">
            <a:avLst/>
          </a:prstGeom>
          <a:solidFill>
            <a:srgbClr val="FFFF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kern="0" dirty="0">
                <a:solidFill>
                  <a:sysClr val="windowText" lastClr="000000"/>
                </a:solidFill>
              </a:rPr>
              <a:t>Pricing Engine</a:t>
            </a:r>
            <a:endParaRPr kumimoji="0" lang="en-US" sz="1200" b="1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32" name="Rectangle 31"/>
          <p:cNvSpPr>
            <a:spLocks noChangeArrowheads="1"/>
          </p:cNvSpPr>
          <p:nvPr>
            <p:custDataLst>
              <p:custData r:id="rId18"/>
            </p:custDataLst>
          </p:nvPr>
        </p:nvSpPr>
        <p:spPr bwMode="auto">
          <a:xfrm>
            <a:off x="5669102" y="4618196"/>
            <a:ext cx="1125482" cy="522287"/>
          </a:xfrm>
          <a:prstGeom prst="rect">
            <a:avLst/>
          </a:prstGeom>
          <a:solidFill>
            <a:srgbClr val="C0C0C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kern="0" dirty="0">
                <a:solidFill>
                  <a:sysClr val="windowText" lastClr="000000"/>
                </a:solidFill>
              </a:rPr>
              <a:t>Volume Discount Rules Accessor</a:t>
            </a:r>
            <a:endParaRPr kumimoji="0" lang="en-US" sz="1200" b="1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33" name="AutoShape 4"/>
          <p:cNvSpPr>
            <a:spLocks noChangeArrowheads="1"/>
          </p:cNvSpPr>
          <p:nvPr>
            <p:custDataLst>
              <p:custData r:id="rId19"/>
            </p:custDataLst>
          </p:nvPr>
        </p:nvSpPr>
        <p:spPr bwMode="auto">
          <a:xfrm>
            <a:off x="5747667" y="5513386"/>
            <a:ext cx="968352" cy="796315"/>
          </a:xfrm>
          <a:prstGeom prst="can">
            <a:avLst>
              <a:gd name="adj" fmla="val 25000"/>
            </a:avLst>
          </a:prstGeom>
          <a:solidFill>
            <a:srgbClr val="00FFFF"/>
          </a:solidFill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anchor="ctr">
            <a:normAutofit fontScale="92500"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50" b="1" kern="0" dirty="0">
                <a:solidFill>
                  <a:sysClr val="windowText" lastClr="000000"/>
                </a:solidFill>
              </a:rPr>
              <a:t>Volume Discount Rules</a:t>
            </a:r>
          </a:p>
        </p:txBody>
      </p:sp>
      <p:cxnSp>
        <p:nvCxnSpPr>
          <p:cNvPr id="34" name="Straight Arrow Connector 33"/>
          <p:cNvCxnSpPr>
            <a:stCxn id="32" idx="2"/>
            <a:endCxn id="33" idx="1"/>
          </p:cNvCxnSpPr>
          <p:nvPr>
            <p:custDataLst>
              <p:custData r:id="rId20"/>
            </p:custDataLst>
          </p:nvPr>
        </p:nvCxnSpPr>
        <p:spPr>
          <a:xfrm>
            <a:off x="6231843" y="5140483"/>
            <a:ext cx="0" cy="372903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>
            <a:stCxn id="30" idx="2"/>
            <a:endCxn id="32" idx="0"/>
          </p:cNvCxnSpPr>
          <p:nvPr>
            <p:custDataLst>
              <p:custData r:id="rId21"/>
            </p:custDataLst>
          </p:nvPr>
        </p:nvCxnSpPr>
        <p:spPr>
          <a:xfrm flipH="1">
            <a:off x="6231843" y="4024397"/>
            <a:ext cx="799981" cy="593799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ctangle 39"/>
          <p:cNvSpPr>
            <a:spLocks noChangeArrowheads="1"/>
          </p:cNvSpPr>
          <p:nvPr>
            <p:custDataLst>
              <p:custData r:id="rId22"/>
            </p:custDataLst>
          </p:nvPr>
        </p:nvSpPr>
        <p:spPr bwMode="auto">
          <a:xfrm>
            <a:off x="7331642" y="4618196"/>
            <a:ext cx="1125482" cy="522287"/>
          </a:xfrm>
          <a:prstGeom prst="rect">
            <a:avLst/>
          </a:prstGeom>
          <a:solidFill>
            <a:srgbClr val="C0C0C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kern="0" dirty="0">
                <a:solidFill>
                  <a:sysClr val="windowText" lastClr="000000"/>
                </a:solidFill>
              </a:rPr>
              <a:t>Coupon Rules Accessor</a:t>
            </a:r>
            <a:endParaRPr kumimoji="0" lang="en-US" sz="1200" b="1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47" name="AutoShape 4"/>
          <p:cNvSpPr>
            <a:spLocks noChangeArrowheads="1"/>
          </p:cNvSpPr>
          <p:nvPr>
            <p:custDataLst>
              <p:custData r:id="rId23"/>
            </p:custDataLst>
          </p:nvPr>
        </p:nvSpPr>
        <p:spPr bwMode="auto">
          <a:xfrm>
            <a:off x="7410207" y="5513386"/>
            <a:ext cx="968352" cy="796315"/>
          </a:xfrm>
          <a:prstGeom prst="can">
            <a:avLst>
              <a:gd name="adj" fmla="val 25000"/>
            </a:avLst>
          </a:prstGeom>
          <a:solidFill>
            <a:srgbClr val="00FFFF"/>
          </a:solidFill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anchor="ctr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50" b="1" kern="0" dirty="0">
                <a:solidFill>
                  <a:sysClr val="windowText" lastClr="000000"/>
                </a:solidFill>
              </a:rPr>
              <a:t>Coupon Rules</a:t>
            </a:r>
          </a:p>
        </p:txBody>
      </p:sp>
      <p:cxnSp>
        <p:nvCxnSpPr>
          <p:cNvPr id="48" name="Straight Arrow Connector 47"/>
          <p:cNvCxnSpPr>
            <a:stCxn id="40" idx="2"/>
            <a:endCxn id="47" idx="1"/>
          </p:cNvCxnSpPr>
          <p:nvPr>
            <p:custDataLst>
              <p:custData r:id="rId24"/>
            </p:custDataLst>
          </p:nvPr>
        </p:nvCxnSpPr>
        <p:spPr>
          <a:xfrm>
            <a:off x="7894383" y="5140483"/>
            <a:ext cx="0" cy="372903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>
            <a:stCxn id="30" idx="2"/>
            <a:endCxn id="40" idx="0"/>
          </p:cNvCxnSpPr>
          <p:nvPr>
            <p:custDataLst>
              <p:custData r:id="rId25"/>
            </p:custDataLst>
          </p:nvPr>
        </p:nvCxnSpPr>
        <p:spPr>
          <a:xfrm>
            <a:off x="7031824" y="4024397"/>
            <a:ext cx="862559" cy="593799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357938" y="544397"/>
            <a:ext cx="333296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/>
              <a:t>Rev A – Collapsed Coupon and Volume Discount Engines into Pricing Engine</a:t>
            </a:r>
          </a:p>
        </p:txBody>
      </p:sp>
    </p:spTree>
    <p:extLst>
      <p:ext uri="{BB962C8B-B14F-4D97-AF65-F5344CB8AC3E}">
        <p14:creationId xmlns:p14="http://schemas.microsoft.com/office/powerpoint/2010/main" val="143301879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73989"/>
          </a:xfrm>
        </p:spPr>
        <p:txBody>
          <a:bodyPr>
            <a:normAutofit/>
          </a:bodyPr>
          <a:lstStyle/>
          <a:p>
            <a:pPr algn="r"/>
            <a:r>
              <a:rPr lang="en-US" sz="2400" dirty="0"/>
              <a:t>View sales data</a:t>
            </a:r>
          </a:p>
        </p:txBody>
      </p:sp>
      <p:sp>
        <p:nvSpPr>
          <p:cNvPr id="11" name="Rectangle 10"/>
          <p:cNvSpPr>
            <a:spLocks noChangeArrowheads="1"/>
          </p:cNvSpPr>
          <p:nvPr>
            <p:custDataLst>
              <p:custData r:id="rId1"/>
            </p:custDataLst>
          </p:nvPr>
        </p:nvSpPr>
        <p:spPr bwMode="auto">
          <a:xfrm>
            <a:off x="4796989" y="1069575"/>
            <a:ext cx="1125482" cy="522288"/>
          </a:xfrm>
          <a:prstGeom prst="rect">
            <a:avLst/>
          </a:prstGeom>
          <a:solidFill>
            <a:srgbClr val="99FF33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Admin</a:t>
            </a:r>
          </a:p>
        </p:txBody>
      </p:sp>
      <p:sp>
        <p:nvSpPr>
          <p:cNvPr id="12" name="Rectangle 11"/>
          <p:cNvSpPr>
            <a:spLocks noChangeArrowheads="1"/>
          </p:cNvSpPr>
          <p:nvPr>
            <p:custDataLst>
              <p:custData r:id="rId2"/>
            </p:custDataLst>
          </p:nvPr>
        </p:nvSpPr>
        <p:spPr bwMode="auto">
          <a:xfrm>
            <a:off x="5533259" y="2124879"/>
            <a:ext cx="1125482" cy="522288"/>
          </a:xfrm>
          <a:prstGeom prst="rect">
            <a:avLst/>
          </a:prstGeom>
          <a:solidFill>
            <a:srgbClr val="FFFF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kern="0" dirty="0">
                <a:solidFill>
                  <a:sysClr val="windowText" lastClr="000000"/>
                </a:solidFill>
              </a:rPr>
              <a:t>Remittance Manager</a:t>
            </a:r>
            <a:endParaRPr kumimoji="0" lang="en-US" sz="1200" b="1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cxnSp>
        <p:nvCxnSpPr>
          <p:cNvPr id="15" name="Straight Arrow Connector 14"/>
          <p:cNvCxnSpPr>
            <a:stCxn id="11" idx="2"/>
            <a:endCxn id="12" idx="0"/>
          </p:cNvCxnSpPr>
          <p:nvPr>
            <p:custDataLst>
              <p:custData r:id="rId3"/>
            </p:custDataLst>
          </p:nvPr>
        </p:nvCxnSpPr>
        <p:spPr>
          <a:xfrm>
            <a:off x="5359730" y="1591863"/>
            <a:ext cx="736270" cy="533016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>
            <a:spLocks noChangeArrowheads="1"/>
          </p:cNvSpPr>
          <p:nvPr>
            <p:custDataLst>
              <p:custData r:id="rId4"/>
            </p:custDataLst>
          </p:nvPr>
        </p:nvSpPr>
        <p:spPr bwMode="auto">
          <a:xfrm>
            <a:off x="4407777" y="3964723"/>
            <a:ext cx="1125482" cy="522287"/>
          </a:xfrm>
          <a:prstGeom prst="rect">
            <a:avLst/>
          </a:prstGeom>
          <a:solidFill>
            <a:srgbClr val="C0C0C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kern="0" dirty="0">
                <a:solidFill>
                  <a:sysClr val="windowText" lastClr="000000"/>
                </a:solidFill>
              </a:rPr>
              <a:t>Order Accessor</a:t>
            </a:r>
            <a:endParaRPr kumimoji="0" lang="en-US" sz="1200" b="1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37" name="AutoShape 4"/>
          <p:cNvSpPr>
            <a:spLocks noChangeArrowheads="1"/>
          </p:cNvSpPr>
          <p:nvPr>
            <p:custDataLst>
              <p:custData r:id="rId5"/>
            </p:custDataLst>
          </p:nvPr>
        </p:nvSpPr>
        <p:spPr bwMode="auto">
          <a:xfrm>
            <a:off x="4486342" y="4859913"/>
            <a:ext cx="968352" cy="796315"/>
          </a:xfrm>
          <a:prstGeom prst="can">
            <a:avLst>
              <a:gd name="adj" fmla="val 25000"/>
            </a:avLst>
          </a:prstGeom>
          <a:solidFill>
            <a:srgbClr val="00FFFF"/>
          </a:solidFill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anchor="ctr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50" b="1" kern="0" dirty="0">
                <a:solidFill>
                  <a:sysClr val="windowText" lastClr="000000"/>
                </a:solidFill>
              </a:rPr>
              <a:t>Order Data</a:t>
            </a:r>
          </a:p>
        </p:txBody>
      </p:sp>
      <p:cxnSp>
        <p:nvCxnSpPr>
          <p:cNvPr id="38" name="Straight Arrow Connector 37"/>
          <p:cNvCxnSpPr>
            <a:stCxn id="36" idx="2"/>
            <a:endCxn id="37" idx="1"/>
          </p:cNvCxnSpPr>
          <p:nvPr>
            <p:custDataLst>
              <p:custData r:id="rId6"/>
            </p:custDataLst>
          </p:nvPr>
        </p:nvCxnSpPr>
        <p:spPr>
          <a:xfrm>
            <a:off x="4970518" y="4487010"/>
            <a:ext cx="0" cy="372903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/>
          <p:cNvCxnSpPr>
            <a:stCxn id="12" idx="2"/>
            <a:endCxn id="36" idx="0"/>
          </p:cNvCxnSpPr>
          <p:nvPr>
            <p:custDataLst>
              <p:custData r:id="rId7"/>
            </p:custDataLst>
          </p:nvPr>
        </p:nvCxnSpPr>
        <p:spPr>
          <a:xfrm flipH="1">
            <a:off x="4970518" y="2647167"/>
            <a:ext cx="1125482" cy="1317556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>
            <a:spLocks noChangeArrowheads="1"/>
          </p:cNvSpPr>
          <p:nvPr>
            <p:custDataLst>
              <p:custData r:id="rId8"/>
            </p:custDataLst>
          </p:nvPr>
        </p:nvSpPr>
        <p:spPr bwMode="auto">
          <a:xfrm>
            <a:off x="6658741" y="3964723"/>
            <a:ext cx="1125482" cy="522287"/>
          </a:xfrm>
          <a:prstGeom prst="rect">
            <a:avLst/>
          </a:prstGeom>
          <a:solidFill>
            <a:srgbClr val="C0C0C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kern="0" dirty="0">
                <a:solidFill>
                  <a:sysClr val="windowText" lastClr="000000"/>
                </a:solidFill>
              </a:rPr>
              <a:t>Remittance Accessor</a:t>
            </a:r>
            <a:endParaRPr kumimoji="0" lang="en-US" sz="1200" b="1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3" name="AutoShape 4"/>
          <p:cNvSpPr>
            <a:spLocks noChangeArrowheads="1"/>
          </p:cNvSpPr>
          <p:nvPr>
            <p:custDataLst>
              <p:custData r:id="rId9"/>
            </p:custDataLst>
          </p:nvPr>
        </p:nvSpPr>
        <p:spPr bwMode="auto">
          <a:xfrm>
            <a:off x="6737306" y="4859913"/>
            <a:ext cx="968352" cy="796315"/>
          </a:xfrm>
          <a:prstGeom prst="can">
            <a:avLst>
              <a:gd name="adj" fmla="val 25000"/>
            </a:avLst>
          </a:prstGeom>
          <a:solidFill>
            <a:srgbClr val="00FFFF"/>
          </a:solidFill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anchor="ctr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50" b="1" kern="0" dirty="0">
                <a:solidFill>
                  <a:sysClr val="windowText" lastClr="000000"/>
                </a:solidFill>
              </a:rPr>
              <a:t>Remittance History</a:t>
            </a:r>
          </a:p>
        </p:txBody>
      </p:sp>
      <p:cxnSp>
        <p:nvCxnSpPr>
          <p:cNvPr id="14" name="Straight Arrow Connector 13"/>
          <p:cNvCxnSpPr>
            <a:stCxn id="10" idx="2"/>
            <a:endCxn id="13" idx="1"/>
          </p:cNvCxnSpPr>
          <p:nvPr>
            <p:custDataLst>
              <p:custData r:id="rId10"/>
            </p:custDataLst>
          </p:nvPr>
        </p:nvCxnSpPr>
        <p:spPr>
          <a:xfrm>
            <a:off x="7221482" y="4487010"/>
            <a:ext cx="0" cy="372903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>
            <a:stCxn id="12" idx="2"/>
            <a:endCxn id="10" idx="0"/>
          </p:cNvCxnSpPr>
          <p:nvPr>
            <p:custDataLst>
              <p:custData r:id="rId11"/>
            </p:custDataLst>
          </p:nvPr>
        </p:nvCxnSpPr>
        <p:spPr>
          <a:xfrm>
            <a:off x="6096000" y="2647167"/>
            <a:ext cx="1125482" cy="1317556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>
            <a:spLocks noChangeArrowheads="1"/>
          </p:cNvSpPr>
          <p:nvPr>
            <p:custDataLst>
              <p:custData r:id="rId12"/>
            </p:custDataLst>
          </p:nvPr>
        </p:nvSpPr>
        <p:spPr bwMode="auto">
          <a:xfrm>
            <a:off x="6279426" y="1069575"/>
            <a:ext cx="1125482" cy="522288"/>
          </a:xfrm>
          <a:prstGeom prst="rect">
            <a:avLst/>
          </a:prstGeom>
          <a:solidFill>
            <a:srgbClr val="99FF33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Back Office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Admin</a:t>
            </a:r>
          </a:p>
        </p:txBody>
      </p:sp>
      <p:cxnSp>
        <p:nvCxnSpPr>
          <p:cNvPr id="18" name="Straight Arrow Connector 17"/>
          <p:cNvCxnSpPr>
            <a:stCxn id="17" idx="2"/>
            <a:endCxn id="12" idx="0"/>
          </p:cNvCxnSpPr>
          <p:nvPr>
            <p:custDataLst>
              <p:custData r:id="rId13"/>
            </p:custDataLst>
          </p:nvPr>
        </p:nvCxnSpPr>
        <p:spPr>
          <a:xfrm flipH="1">
            <a:off x="6096000" y="1591863"/>
            <a:ext cx="746167" cy="533016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1030812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73989"/>
          </a:xfrm>
        </p:spPr>
        <p:txBody>
          <a:bodyPr>
            <a:normAutofit/>
          </a:bodyPr>
          <a:lstStyle/>
          <a:p>
            <a:pPr algn="r"/>
            <a:r>
              <a:rPr lang="en-US" sz="2400" dirty="0"/>
              <a:t>View sales tax data</a:t>
            </a:r>
          </a:p>
        </p:txBody>
      </p:sp>
      <p:sp>
        <p:nvSpPr>
          <p:cNvPr id="12" name="Rectangle 11"/>
          <p:cNvSpPr>
            <a:spLocks noChangeArrowheads="1"/>
          </p:cNvSpPr>
          <p:nvPr>
            <p:custDataLst>
              <p:custData r:id="rId1"/>
            </p:custDataLst>
          </p:nvPr>
        </p:nvSpPr>
        <p:spPr bwMode="auto">
          <a:xfrm>
            <a:off x="5533259" y="2124879"/>
            <a:ext cx="1125482" cy="522288"/>
          </a:xfrm>
          <a:prstGeom prst="rect">
            <a:avLst/>
          </a:prstGeom>
          <a:solidFill>
            <a:srgbClr val="FFFF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kern="0" dirty="0">
                <a:solidFill>
                  <a:sysClr val="windowText" lastClr="000000"/>
                </a:solidFill>
              </a:rPr>
              <a:t>Remittance Manager</a:t>
            </a:r>
            <a:endParaRPr kumimoji="0" lang="en-US" sz="1200" b="1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0" name="Rectangle 9"/>
          <p:cNvSpPr>
            <a:spLocks noChangeArrowheads="1"/>
          </p:cNvSpPr>
          <p:nvPr>
            <p:custDataLst>
              <p:custData r:id="rId2"/>
            </p:custDataLst>
          </p:nvPr>
        </p:nvSpPr>
        <p:spPr bwMode="auto">
          <a:xfrm>
            <a:off x="5533259" y="3949690"/>
            <a:ext cx="1125482" cy="522287"/>
          </a:xfrm>
          <a:prstGeom prst="rect">
            <a:avLst/>
          </a:prstGeom>
          <a:solidFill>
            <a:srgbClr val="C0C0C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kern="0" dirty="0">
                <a:solidFill>
                  <a:sysClr val="windowText" lastClr="000000"/>
                </a:solidFill>
              </a:rPr>
              <a:t>Remittance Accessor</a:t>
            </a:r>
            <a:endParaRPr kumimoji="0" lang="en-US" sz="1200" b="1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3" name="AutoShape 4"/>
          <p:cNvSpPr>
            <a:spLocks noChangeArrowheads="1"/>
          </p:cNvSpPr>
          <p:nvPr>
            <p:custDataLst>
              <p:custData r:id="rId3"/>
            </p:custDataLst>
          </p:nvPr>
        </p:nvSpPr>
        <p:spPr bwMode="auto">
          <a:xfrm>
            <a:off x="5611824" y="4867979"/>
            <a:ext cx="968352" cy="796315"/>
          </a:xfrm>
          <a:prstGeom prst="can">
            <a:avLst>
              <a:gd name="adj" fmla="val 25000"/>
            </a:avLst>
          </a:prstGeom>
          <a:solidFill>
            <a:srgbClr val="00FFFF"/>
          </a:solidFill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anchor="ctr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50" b="1" kern="0" dirty="0">
                <a:solidFill>
                  <a:sysClr val="windowText" lastClr="000000"/>
                </a:solidFill>
              </a:rPr>
              <a:t>Remittance History</a:t>
            </a:r>
          </a:p>
        </p:txBody>
      </p:sp>
      <p:cxnSp>
        <p:nvCxnSpPr>
          <p:cNvPr id="14" name="Straight Arrow Connector 13"/>
          <p:cNvCxnSpPr>
            <a:stCxn id="10" idx="2"/>
            <a:endCxn id="13" idx="1"/>
          </p:cNvCxnSpPr>
          <p:nvPr>
            <p:custDataLst>
              <p:custData r:id="rId4"/>
            </p:custDataLst>
          </p:nvPr>
        </p:nvCxnSpPr>
        <p:spPr>
          <a:xfrm>
            <a:off x="6096000" y="4471977"/>
            <a:ext cx="0" cy="396002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>
            <a:stCxn id="12" idx="2"/>
            <a:endCxn id="10" idx="0"/>
          </p:cNvCxnSpPr>
          <p:nvPr>
            <p:custDataLst>
              <p:custData r:id="rId5"/>
            </p:custDataLst>
          </p:nvPr>
        </p:nvCxnSpPr>
        <p:spPr>
          <a:xfrm>
            <a:off x="6096000" y="2647167"/>
            <a:ext cx="0" cy="1302523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>
            <a:spLocks noChangeArrowheads="1"/>
          </p:cNvSpPr>
          <p:nvPr>
            <p:custDataLst>
              <p:custData r:id="rId6"/>
            </p:custDataLst>
          </p:nvPr>
        </p:nvSpPr>
        <p:spPr bwMode="auto">
          <a:xfrm>
            <a:off x="5533259" y="1067420"/>
            <a:ext cx="1125482" cy="522288"/>
          </a:xfrm>
          <a:prstGeom prst="rect">
            <a:avLst/>
          </a:prstGeom>
          <a:solidFill>
            <a:srgbClr val="99FF33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Back Office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Admin</a:t>
            </a:r>
          </a:p>
        </p:txBody>
      </p:sp>
      <p:cxnSp>
        <p:nvCxnSpPr>
          <p:cNvPr id="18" name="Straight Arrow Connector 17"/>
          <p:cNvCxnSpPr>
            <a:stCxn id="17" idx="2"/>
            <a:endCxn id="12" idx="0"/>
          </p:cNvCxnSpPr>
          <p:nvPr>
            <p:custDataLst>
              <p:custData r:id="rId7"/>
            </p:custDataLst>
          </p:nvPr>
        </p:nvCxnSpPr>
        <p:spPr>
          <a:xfrm>
            <a:off x="6096000" y="1589708"/>
            <a:ext cx="0" cy="535171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1109491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73989"/>
          </a:xfrm>
        </p:spPr>
        <p:txBody>
          <a:bodyPr>
            <a:normAutofit/>
          </a:bodyPr>
          <a:lstStyle/>
          <a:p>
            <a:pPr algn="r"/>
            <a:r>
              <a:rPr lang="en-US" sz="2400" dirty="0"/>
              <a:t>Process a remittance</a:t>
            </a:r>
          </a:p>
        </p:txBody>
      </p:sp>
      <p:sp>
        <p:nvSpPr>
          <p:cNvPr id="11" name="Rectangle 10"/>
          <p:cNvSpPr>
            <a:spLocks noChangeArrowheads="1"/>
          </p:cNvSpPr>
          <p:nvPr>
            <p:custDataLst>
              <p:custData r:id="rId1"/>
            </p:custDataLst>
          </p:nvPr>
        </p:nvSpPr>
        <p:spPr bwMode="auto">
          <a:xfrm>
            <a:off x="5533259" y="1225031"/>
            <a:ext cx="1125482" cy="522288"/>
          </a:xfrm>
          <a:prstGeom prst="rect">
            <a:avLst/>
          </a:prstGeom>
          <a:solidFill>
            <a:srgbClr val="99FF33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Back Office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Admin</a:t>
            </a:r>
          </a:p>
        </p:txBody>
      </p:sp>
      <p:sp>
        <p:nvSpPr>
          <p:cNvPr id="12" name="Rectangle 11"/>
          <p:cNvSpPr>
            <a:spLocks noChangeArrowheads="1"/>
          </p:cNvSpPr>
          <p:nvPr>
            <p:custDataLst>
              <p:custData r:id="rId2"/>
            </p:custDataLst>
          </p:nvPr>
        </p:nvSpPr>
        <p:spPr bwMode="auto">
          <a:xfrm>
            <a:off x="5533259" y="2124879"/>
            <a:ext cx="1125482" cy="522288"/>
          </a:xfrm>
          <a:prstGeom prst="rect">
            <a:avLst/>
          </a:prstGeom>
          <a:solidFill>
            <a:srgbClr val="FFFF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kern="0" dirty="0">
                <a:solidFill>
                  <a:sysClr val="windowText" lastClr="000000"/>
                </a:solidFill>
              </a:rPr>
              <a:t>Remittance Manager</a:t>
            </a:r>
            <a:endParaRPr kumimoji="0" lang="en-US" sz="1200" b="1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cxnSp>
        <p:nvCxnSpPr>
          <p:cNvPr id="15" name="Straight Arrow Connector 14"/>
          <p:cNvCxnSpPr>
            <a:stCxn id="11" idx="2"/>
            <a:endCxn id="12" idx="0"/>
          </p:cNvCxnSpPr>
          <p:nvPr>
            <p:custDataLst>
              <p:custData r:id="rId3"/>
            </p:custDataLst>
          </p:nvPr>
        </p:nvCxnSpPr>
        <p:spPr>
          <a:xfrm>
            <a:off x="6096000" y="1747319"/>
            <a:ext cx="0" cy="37756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>
            <a:spLocks noChangeArrowheads="1"/>
          </p:cNvSpPr>
          <p:nvPr>
            <p:custDataLst>
              <p:custData r:id="rId4"/>
            </p:custDataLst>
          </p:nvPr>
        </p:nvSpPr>
        <p:spPr bwMode="auto">
          <a:xfrm>
            <a:off x="3090864" y="3964723"/>
            <a:ext cx="1125482" cy="522287"/>
          </a:xfrm>
          <a:prstGeom prst="rect">
            <a:avLst/>
          </a:prstGeom>
          <a:solidFill>
            <a:srgbClr val="C0C0C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kern="0" dirty="0">
                <a:solidFill>
                  <a:sysClr val="windowText" lastClr="000000"/>
                </a:solidFill>
              </a:rPr>
              <a:t>Order Accessor</a:t>
            </a:r>
            <a:endParaRPr kumimoji="0" lang="en-US" sz="1200" b="1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37" name="AutoShape 4"/>
          <p:cNvSpPr>
            <a:spLocks noChangeArrowheads="1"/>
          </p:cNvSpPr>
          <p:nvPr>
            <p:custDataLst>
              <p:custData r:id="rId5"/>
            </p:custDataLst>
          </p:nvPr>
        </p:nvSpPr>
        <p:spPr bwMode="auto">
          <a:xfrm>
            <a:off x="3169429" y="4859913"/>
            <a:ext cx="968352" cy="796315"/>
          </a:xfrm>
          <a:prstGeom prst="can">
            <a:avLst>
              <a:gd name="adj" fmla="val 25000"/>
            </a:avLst>
          </a:prstGeom>
          <a:solidFill>
            <a:srgbClr val="00FFFF"/>
          </a:solidFill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anchor="ctr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50" b="1" kern="0" dirty="0">
                <a:solidFill>
                  <a:sysClr val="windowText" lastClr="000000"/>
                </a:solidFill>
              </a:rPr>
              <a:t>Orders</a:t>
            </a:r>
          </a:p>
        </p:txBody>
      </p:sp>
      <p:cxnSp>
        <p:nvCxnSpPr>
          <p:cNvPr id="38" name="Straight Arrow Connector 37"/>
          <p:cNvCxnSpPr>
            <a:stCxn id="36" idx="2"/>
            <a:endCxn id="37" idx="1"/>
          </p:cNvCxnSpPr>
          <p:nvPr>
            <p:custDataLst>
              <p:custData r:id="rId6"/>
            </p:custDataLst>
          </p:nvPr>
        </p:nvCxnSpPr>
        <p:spPr>
          <a:xfrm>
            <a:off x="3653605" y="4487010"/>
            <a:ext cx="0" cy="372903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ectangle 38"/>
          <p:cNvSpPr>
            <a:spLocks noChangeArrowheads="1"/>
          </p:cNvSpPr>
          <p:nvPr>
            <p:custDataLst>
              <p:custData r:id="rId7"/>
            </p:custDataLst>
          </p:nvPr>
        </p:nvSpPr>
        <p:spPr bwMode="auto">
          <a:xfrm>
            <a:off x="6017808" y="3964723"/>
            <a:ext cx="1125482" cy="522287"/>
          </a:xfrm>
          <a:prstGeom prst="rect">
            <a:avLst/>
          </a:prstGeom>
          <a:solidFill>
            <a:srgbClr val="C0C0C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kern="0" dirty="0">
                <a:solidFill>
                  <a:sysClr val="windowText" lastClr="000000"/>
                </a:solidFill>
              </a:rPr>
              <a:t>Payment Accessor</a:t>
            </a:r>
            <a:endParaRPr kumimoji="0" lang="en-US" sz="1200" b="1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cxnSp>
        <p:nvCxnSpPr>
          <p:cNvPr id="41" name="Straight Arrow Connector 40"/>
          <p:cNvCxnSpPr>
            <a:stCxn id="39" idx="2"/>
            <a:endCxn id="42" idx="0"/>
          </p:cNvCxnSpPr>
          <p:nvPr>
            <p:custDataLst>
              <p:custData r:id="rId8"/>
            </p:custDataLst>
          </p:nvPr>
        </p:nvCxnSpPr>
        <p:spPr>
          <a:xfrm>
            <a:off x="6580549" y="4487010"/>
            <a:ext cx="1" cy="499753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Rectangle 41"/>
          <p:cNvSpPr>
            <a:spLocks noChangeArrowheads="1"/>
          </p:cNvSpPr>
          <p:nvPr>
            <p:custDataLst>
              <p:custData r:id="rId9"/>
            </p:custDataLst>
          </p:nvPr>
        </p:nvSpPr>
        <p:spPr bwMode="auto">
          <a:xfrm>
            <a:off x="6017808" y="4986763"/>
            <a:ext cx="1125483" cy="522287"/>
          </a:xfrm>
          <a:prstGeom prst="rect">
            <a:avLst/>
          </a:prstGeom>
          <a:solidFill>
            <a:srgbClr val="00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ACH API</a:t>
            </a:r>
          </a:p>
        </p:txBody>
      </p:sp>
      <p:cxnSp>
        <p:nvCxnSpPr>
          <p:cNvPr id="43" name="Straight Arrow Connector 42"/>
          <p:cNvCxnSpPr>
            <a:stCxn id="12" idx="2"/>
            <a:endCxn id="36" idx="0"/>
          </p:cNvCxnSpPr>
          <p:nvPr>
            <p:custDataLst>
              <p:custData r:id="rId10"/>
            </p:custDataLst>
          </p:nvPr>
        </p:nvCxnSpPr>
        <p:spPr>
          <a:xfrm flipH="1">
            <a:off x="3653605" y="2647167"/>
            <a:ext cx="2442395" cy="1317556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>
            <a:stCxn id="12" idx="2"/>
            <a:endCxn id="39" idx="0"/>
          </p:cNvCxnSpPr>
          <p:nvPr>
            <p:custDataLst>
              <p:custData r:id="rId11"/>
            </p:custDataLst>
          </p:nvPr>
        </p:nvCxnSpPr>
        <p:spPr>
          <a:xfrm>
            <a:off x="6096000" y="2647167"/>
            <a:ext cx="484549" cy="1317556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Rectangle 44"/>
          <p:cNvSpPr>
            <a:spLocks noChangeArrowheads="1"/>
          </p:cNvSpPr>
          <p:nvPr>
            <p:custDataLst>
              <p:custData r:id="rId12"/>
            </p:custDataLst>
          </p:nvPr>
        </p:nvSpPr>
        <p:spPr bwMode="auto">
          <a:xfrm>
            <a:off x="8990097" y="2123144"/>
            <a:ext cx="1125482" cy="522288"/>
          </a:xfrm>
          <a:prstGeom prst="rect">
            <a:avLst/>
          </a:prstGeom>
          <a:solidFill>
            <a:srgbClr val="FFFF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kern="0" dirty="0">
                <a:solidFill>
                  <a:sysClr val="windowText" lastClr="000000"/>
                </a:solidFill>
              </a:rPr>
              <a:t>Notification Manager</a:t>
            </a:r>
            <a:endParaRPr kumimoji="0" lang="en-US" sz="1200" b="1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cxnSp>
        <p:nvCxnSpPr>
          <p:cNvPr id="46" name="Straight Arrow Connector 45"/>
          <p:cNvCxnSpPr>
            <a:stCxn id="12" idx="3"/>
            <a:endCxn id="45" idx="1"/>
          </p:cNvCxnSpPr>
          <p:nvPr>
            <p:custDataLst>
              <p:custData r:id="rId13"/>
            </p:custDataLst>
          </p:nvPr>
        </p:nvCxnSpPr>
        <p:spPr>
          <a:xfrm flipV="1">
            <a:off x="6658741" y="2384288"/>
            <a:ext cx="2331356" cy="1735"/>
          </a:xfrm>
          <a:prstGeom prst="straightConnector1">
            <a:avLst/>
          </a:prstGeom>
          <a:ln w="19050">
            <a:solidFill>
              <a:schemeClr val="tx1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>
            <a:spLocks noChangeArrowheads="1"/>
          </p:cNvSpPr>
          <p:nvPr>
            <p:custDataLst>
              <p:custData r:id="rId14"/>
            </p:custDataLst>
          </p:nvPr>
        </p:nvSpPr>
        <p:spPr bwMode="auto">
          <a:xfrm>
            <a:off x="7532723" y="3964723"/>
            <a:ext cx="1125482" cy="522287"/>
          </a:xfrm>
          <a:prstGeom prst="rect">
            <a:avLst/>
          </a:prstGeom>
          <a:solidFill>
            <a:srgbClr val="C0C0C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kern="0" dirty="0">
                <a:solidFill>
                  <a:sysClr val="windowText" lastClr="000000"/>
                </a:solidFill>
              </a:rPr>
              <a:t>Seller Accessor</a:t>
            </a:r>
            <a:endParaRPr kumimoji="0" lang="en-US" sz="1200" b="1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7" name="AutoShape 4"/>
          <p:cNvSpPr>
            <a:spLocks noChangeArrowheads="1"/>
          </p:cNvSpPr>
          <p:nvPr>
            <p:custDataLst>
              <p:custData r:id="rId15"/>
            </p:custDataLst>
          </p:nvPr>
        </p:nvSpPr>
        <p:spPr bwMode="auto">
          <a:xfrm>
            <a:off x="7611288" y="4859913"/>
            <a:ext cx="968352" cy="796315"/>
          </a:xfrm>
          <a:prstGeom prst="can">
            <a:avLst>
              <a:gd name="adj" fmla="val 25000"/>
            </a:avLst>
          </a:prstGeom>
          <a:solidFill>
            <a:srgbClr val="00FFFF"/>
          </a:solidFill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anchor="ctr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50" b="1" kern="0" dirty="0">
                <a:solidFill>
                  <a:sysClr val="windowText" lastClr="000000"/>
                </a:solidFill>
              </a:rPr>
              <a:t>Sellers</a:t>
            </a:r>
          </a:p>
        </p:txBody>
      </p:sp>
      <p:cxnSp>
        <p:nvCxnSpPr>
          <p:cNvPr id="18" name="Straight Arrow Connector 17"/>
          <p:cNvCxnSpPr>
            <a:stCxn id="16" idx="2"/>
            <a:endCxn id="17" idx="1"/>
          </p:cNvCxnSpPr>
          <p:nvPr>
            <p:custDataLst>
              <p:custData r:id="rId16"/>
            </p:custDataLst>
          </p:nvPr>
        </p:nvCxnSpPr>
        <p:spPr>
          <a:xfrm>
            <a:off x="8095464" y="4487010"/>
            <a:ext cx="0" cy="372903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>
            <a:stCxn id="12" idx="2"/>
            <a:endCxn id="16" idx="0"/>
          </p:cNvCxnSpPr>
          <p:nvPr>
            <p:custDataLst>
              <p:custData r:id="rId17"/>
            </p:custDataLst>
          </p:nvPr>
        </p:nvCxnSpPr>
        <p:spPr>
          <a:xfrm>
            <a:off x="6096000" y="2647167"/>
            <a:ext cx="1999464" cy="1317556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>
            <a:spLocks noChangeArrowheads="1"/>
          </p:cNvSpPr>
          <p:nvPr>
            <p:custDataLst>
              <p:custData r:id="rId18"/>
            </p:custDataLst>
          </p:nvPr>
        </p:nvSpPr>
        <p:spPr bwMode="auto">
          <a:xfrm>
            <a:off x="4516795" y="3964723"/>
            <a:ext cx="1125482" cy="522287"/>
          </a:xfrm>
          <a:prstGeom prst="rect">
            <a:avLst/>
          </a:prstGeom>
          <a:solidFill>
            <a:srgbClr val="C0C0C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kern="0" dirty="0">
                <a:solidFill>
                  <a:sysClr val="windowText" lastClr="000000"/>
                </a:solidFill>
              </a:rPr>
              <a:t>Remittance Accessor</a:t>
            </a:r>
            <a:endParaRPr kumimoji="0" lang="en-US" sz="1200" b="1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4" name="AutoShape 4"/>
          <p:cNvSpPr>
            <a:spLocks noChangeArrowheads="1"/>
          </p:cNvSpPr>
          <p:nvPr>
            <p:custDataLst>
              <p:custData r:id="rId19"/>
            </p:custDataLst>
          </p:nvPr>
        </p:nvSpPr>
        <p:spPr bwMode="auto">
          <a:xfrm>
            <a:off x="4595360" y="4859913"/>
            <a:ext cx="968352" cy="796315"/>
          </a:xfrm>
          <a:prstGeom prst="can">
            <a:avLst>
              <a:gd name="adj" fmla="val 25000"/>
            </a:avLst>
          </a:prstGeom>
          <a:solidFill>
            <a:srgbClr val="00FFFF"/>
          </a:solidFill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anchor="ctr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50" b="1" kern="0" dirty="0">
                <a:solidFill>
                  <a:sysClr val="windowText" lastClr="000000"/>
                </a:solidFill>
              </a:rPr>
              <a:t>Remittance History</a:t>
            </a:r>
          </a:p>
        </p:txBody>
      </p:sp>
      <p:cxnSp>
        <p:nvCxnSpPr>
          <p:cNvPr id="25" name="Straight Arrow Connector 24"/>
          <p:cNvCxnSpPr>
            <a:stCxn id="23" idx="2"/>
            <a:endCxn id="24" idx="1"/>
          </p:cNvCxnSpPr>
          <p:nvPr>
            <p:custDataLst>
              <p:custData r:id="rId20"/>
            </p:custDataLst>
          </p:nvPr>
        </p:nvCxnSpPr>
        <p:spPr>
          <a:xfrm>
            <a:off x="5079536" y="4487010"/>
            <a:ext cx="0" cy="372903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>
            <a:stCxn id="12" idx="2"/>
            <a:endCxn id="23" idx="0"/>
          </p:cNvCxnSpPr>
          <p:nvPr>
            <p:custDataLst>
              <p:custData r:id="rId21"/>
            </p:custDataLst>
          </p:nvPr>
        </p:nvCxnSpPr>
        <p:spPr>
          <a:xfrm flipH="1">
            <a:off x="5079536" y="2647167"/>
            <a:ext cx="1016464" cy="1317556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3854493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74225"/>
          </a:xfrm>
        </p:spPr>
        <p:txBody>
          <a:bodyPr/>
          <a:lstStyle/>
          <a:p>
            <a:r>
              <a:rPr lang="en-US" dirty="0"/>
              <a:t>3. Static Diagram</a:t>
            </a:r>
          </a:p>
        </p:txBody>
      </p:sp>
      <p:sp>
        <p:nvSpPr>
          <p:cNvPr id="5" name="Line 5"/>
          <p:cNvSpPr>
            <a:spLocks noChangeShapeType="1"/>
          </p:cNvSpPr>
          <p:nvPr/>
        </p:nvSpPr>
        <p:spPr bwMode="auto">
          <a:xfrm flipV="1">
            <a:off x="420746" y="3430976"/>
            <a:ext cx="10301095" cy="2228"/>
          </a:xfrm>
          <a:prstGeom prst="line">
            <a:avLst/>
          </a:prstGeom>
          <a:noFill/>
          <a:ln w="9525">
            <a:solidFill>
              <a:srgbClr val="00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6" name="Line 6"/>
          <p:cNvSpPr>
            <a:spLocks noChangeShapeType="1"/>
          </p:cNvSpPr>
          <p:nvPr/>
        </p:nvSpPr>
        <p:spPr bwMode="auto">
          <a:xfrm flipV="1">
            <a:off x="420745" y="5153628"/>
            <a:ext cx="10301095" cy="33224"/>
          </a:xfrm>
          <a:prstGeom prst="line">
            <a:avLst/>
          </a:prstGeom>
          <a:noFill/>
          <a:ln w="9525">
            <a:solidFill>
              <a:srgbClr val="00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7" name="Line 7"/>
          <p:cNvSpPr>
            <a:spLocks noChangeShapeType="1"/>
          </p:cNvSpPr>
          <p:nvPr/>
        </p:nvSpPr>
        <p:spPr bwMode="auto">
          <a:xfrm flipV="1">
            <a:off x="420746" y="1617360"/>
            <a:ext cx="10301095" cy="33539"/>
          </a:xfrm>
          <a:prstGeom prst="line">
            <a:avLst/>
          </a:prstGeom>
          <a:noFill/>
          <a:ln w="9525">
            <a:solidFill>
              <a:srgbClr val="00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8" name="Text Box 9"/>
          <p:cNvSpPr txBox="1">
            <a:spLocks noChangeArrowheads="1"/>
          </p:cNvSpPr>
          <p:nvPr/>
        </p:nvSpPr>
        <p:spPr bwMode="auto">
          <a:xfrm>
            <a:off x="423921" y="4074068"/>
            <a:ext cx="86914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Resource</a:t>
            </a:r>
            <a:b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</a:b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Access</a:t>
            </a:r>
          </a:p>
        </p:txBody>
      </p:sp>
      <p:sp>
        <p:nvSpPr>
          <p:cNvPr id="9" name="Text Box 10"/>
          <p:cNvSpPr txBox="1">
            <a:spLocks noChangeArrowheads="1"/>
          </p:cNvSpPr>
          <p:nvPr/>
        </p:nvSpPr>
        <p:spPr bwMode="auto">
          <a:xfrm>
            <a:off x="410783" y="1128344"/>
            <a:ext cx="617477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Client</a:t>
            </a:r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10812328" y="533401"/>
            <a:ext cx="901700" cy="5712416"/>
          </a:xfrm>
          <a:prstGeom prst="rect">
            <a:avLst/>
          </a:prstGeom>
          <a:noFill/>
          <a:ln w="9525">
            <a:solidFill>
              <a:srgbClr val="000000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Utilities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10904403" y="1709455"/>
            <a:ext cx="719138" cy="522287"/>
          </a:xfrm>
          <a:prstGeom prst="rect">
            <a:avLst/>
          </a:prstGeom>
          <a:solidFill>
            <a:srgbClr val="FF99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Security</a:t>
            </a:r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0904403" y="2483537"/>
            <a:ext cx="719138" cy="522288"/>
          </a:xfrm>
          <a:prstGeom prst="rect">
            <a:avLst/>
          </a:prstGeom>
          <a:solidFill>
            <a:srgbClr val="FF99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Logging</a:t>
            </a:r>
          </a:p>
        </p:txBody>
      </p:sp>
      <p:sp>
        <p:nvSpPr>
          <p:cNvPr id="13" name="Text Box 15"/>
          <p:cNvSpPr txBox="1">
            <a:spLocks noChangeArrowheads="1"/>
          </p:cNvSpPr>
          <p:nvPr/>
        </p:nvSpPr>
        <p:spPr bwMode="auto">
          <a:xfrm>
            <a:off x="423921" y="5502517"/>
            <a:ext cx="941283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400" b="1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r>
              <a:rPr lang="en-US" dirty="0"/>
              <a:t>Resources</a:t>
            </a:r>
          </a:p>
        </p:txBody>
      </p:sp>
      <p:sp>
        <p:nvSpPr>
          <p:cNvPr id="16" name="Text Box 35"/>
          <p:cNvSpPr txBox="1">
            <a:spLocks noChangeArrowheads="1"/>
          </p:cNvSpPr>
          <p:nvPr/>
        </p:nvSpPr>
        <p:spPr bwMode="auto">
          <a:xfrm>
            <a:off x="420746" y="2341732"/>
            <a:ext cx="82907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Business</a:t>
            </a:r>
            <a:b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</a:b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Logic</a:t>
            </a:r>
          </a:p>
        </p:txBody>
      </p:sp>
      <p:sp>
        <p:nvSpPr>
          <p:cNvPr id="14" name="Rectangle 13"/>
          <p:cNvSpPr>
            <a:spLocks noChangeArrowheads="1"/>
          </p:cNvSpPr>
          <p:nvPr>
            <p:custDataLst>
              <p:custData r:id="rId1"/>
            </p:custDataLst>
          </p:nvPr>
        </p:nvSpPr>
        <p:spPr bwMode="auto">
          <a:xfrm>
            <a:off x="1249819" y="1040371"/>
            <a:ext cx="1125482" cy="522288"/>
          </a:xfrm>
          <a:prstGeom prst="rect">
            <a:avLst/>
          </a:prstGeom>
          <a:solidFill>
            <a:srgbClr val="99FF33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Webstore</a:t>
            </a:r>
          </a:p>
        </p:txBody>
      </p:sp>
      <p:sp>
        <p:nvSpPr>
          <p:cNvPr id="15" name="Rectangle 14"/>
          <p:cNvSpPr>
            <a:spLocks noChangeArrowheads="1"/>
          </p:cNvSpPr>
          <p:nvPr>
            <p:custDataLst>
              <p:custData r:id="rId2"/>
            </p:custDataLst>
          </p:nvPr>
        </p:nvSpPr>
        <p:spPr bwMode="auto">
          <a:xfrm>
            <a:off x="1249819" y="1873867"/>
            <a:ext cx="1125482" cy="522288"/>
          </a:xfrm>
          <a:prstGeom prst="rect">
            <a:avLst/>
          </a:prstGeom>
          <a:solidFill>
            <a:srgbClr val="FFFF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kern="0" dirty="0">
                <a:solidFill>
                  <a:sysClr val="windowText" lastClr="000000"/>
                </a:solidFill>
              </a:rPr>
              <a:t>Catalog Manager</a:t>
            </a:r>
            <a:endParaRPr kumimoji="0" lang="en-US" sz="1200" b="1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7" name="Rectangle 16"/>
          <p:cNvSpPr>
            <a:spLocks noChangeArrowheads="1"/>
          </p:cNvSpPr>
          <p:nvPr>
            <p:custDataLst>
              <p:custData r:id="rId3"/>
            </p:custDataLst>
          </p:nvPr>
        </p:nvSpPr>
        <p:spPr bwMode="auto">
          <a:xfrm>
            <a:off x="2641633" y="1873867"/>
            <a:ext cx="1125482" cy="522288"/>
          </a:xfrm>
          <a:prstGeom prst="rect">
            <a:avLst/>
          </a:prstGeom>
          <a:solidFill>
            <a:srgbClr val="FFFF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kern="0" dirty="0">
                <a:solidFill>
                  <a:sysClr val="windowText" lastClr="000000"/>
                </a:solidFill>
              </a:rPr>
              <a:t>Order Manager</a:t>
            </a:r>
            <a:endParaRPr kumimoji="0" lang="en-US" sz="1200" b="1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8" name="Rectangle 17"/>
          <p:cNvSpPr>
            <a:spLocks noChangeArrowheads="1"/>
          </p:cNvSpPr>
          <p:nvPr>
            <p:custDataLst>
              <p:custData r:id="rId4"/>
            </p:custDataLst>
          </p:nvPr>
        </p:nvSpPr>
        <p:spPr bwMode="auto">
          <a:xfrm>
            <a:off x="4033447" y="1873867"/>
            <a:ext cx="1125482" cy="522288"/>
          </a:xfrm>
          <a:prstGeom prst="rect">
            <a:avLst/>
          </a:prstGeom>
          <a:solidFill>
            <a:srgbClr val="FFFF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kern="0" dirty="0">
                <a:solidFill>
                  <a:sysClr val="windowText" lastClr="000000"/>
                </a:solidFill>
              </a:rPr>
              <a:t>Remittance Manager</a:t>
            </a:r>
            <a:endParaRPr kumimoji="0" lang="en-US" sz="1200" b="1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9" name="Rectangle 18"/>
          <p:cNvSpPr>
            <a:spLocks noChangeArrowheads="1"/>
          </p:cNvSpPr>
          <p:nvPr>
            <p:custDataLst>
              <p:custData r:id="rId5"/>
            </p:custDataLst>
          </p:nvPr>
        </p:nvSpPr>
        <p:spPr bwMode="auto">
          <a:xfrm>
            <a:off x="5425261" y="1873867"/>
            <a:ext cx="1125482" cy="522288"/>
          </a:xfrm>
          <a:prstGeom prst="rect">
            <a:avLst/>
          </a:prstGeom>
          <a:solidFill>
            <a:srgbClr val="FFFF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kern="0" dirty="0">
                <a:solidFill>
                  <a:sysClr val="windowText" lastClr="000000"/>
                </a:solidFill>
              </a:rPr>
              <a:t>Notification Manager</a:t>
            </a:r>
            <a:endParaRPr kumimoji="0" lang="en-US" sz="1200" b="1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1" name="Rectangle 20"/>
          <p:cNvSpPr>
            <a:spLocks noChangeArrowheads="1"/>
          </p:cNvSpPr>
          <p:nvPr>
            <p:custDataLst>
              <p:custData r:id="rId6"/>
            </p:custDataLst>
          </p:nvPr>
        </p:nvSpPr>
        <p:spPr bwMode="auto">
          <a:xfrm>
            <a:off x="1249819" y="2663091"/>
            <a:ext cx="1125482" cy="522288"/>
          </a:xfrm>
          <a:prstGeom prst="rect">
            <a:avLst/>
          </a:prstGeom>
          <a:solidFill>
            <a:srgbClr val="FFFF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kern="0" noProof="0" dirty="0">
                <a:solidFill>
                  <a:sysClr val="windowText" lastClr="000000"/>
                </a:solidFill>
              </a:rPr>
              <a:t>Tax Calculation Engine</a:t>
            </a:r>
            <a:endParaRPr kumimoji="0" lang="en-US" sz="1200" b="1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2" name="Rectangle 21"/>
          <p:cNvSpPr>
            <a:spLocks noChangeArrowheads="1"/>
          </p:cNvSpPr>
          <p:nvPr>
            <p:custDataLst>
              <p:custData r:id="rId7"/>
            </p:custDataLst>
          </p:nvPr>
        </p:nvSpPr>
        <p:spPr bwMode="auto">
          <a:xfrm>
            <a:off x="2641633" y="2663091"/>
            <a:ext cx="1125482" cy="522288"/>
          </a:xfrm>
          <a:prstGeom prst="rect">
            <a:avLst/>
          </a:prstGeom>
          <a:solidFill>
            <a:srgbClr val="FFFF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kern="0" dirty="0">
                <a:solidFill>
                  <a:sysClr val="windowText" lastClr="000000"/>
                </a:solidFill>
              </a:rPr>
              <a:t>Pricing Engine</a:t>
            </a:r>
            <a:endParaRPr kumimoji="0" lang="en-US" sz="1200" b="1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4" name="Rectangle 23"/>
          <p:cNvSpPr>
            <a:spLocks noChangeArrowheads="1"/>
          </p:cNvSpPr>
          <p:nvPr>
            <p:custDataLst>
              <p:custData r:id="rId8"/>
            </p:custDataLst>
          </p:nvPr>
        </p:nvSpPr>
        <p:spPr bwMode="auto">
          <a:xfrm>
            <a:off x="4033447" y="2658288"/>
            <a:ext cx="1125482" cy="522288"/>
          </a:xfrm>
          <a:prstGeom prst="rect">
            <a:avLst/>
          </a:prstGeom>
          <a:solidFill>
            <a:srgbClr val="FFFF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kern="0" dirty="0">
                <a:solidFill>
                  <a:sysClr val="windowText" lastClr="000000"/>
                </a:solidFill>
              </a:rPr>
              <a:t>Email Formatting Engine</a:t>
            </a:r>
            <a:endParaRPr kumimoji="0" lang="en-US" sz="1200" b="1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6" name="Rectangle 25"/>
          <p:cNvSpPr>
            <a:spLocks noChangeArrowheads="1"/>
          </p:cNvSpPr>
          <p:nvPr>
            <p:custDataLst>
              <p:custData r:id="rId9"/>
            </p:custDataLst>
          </p:nvPr>
        </p:nvSpPr>
        <p:spPr bwMode="auto">
          <a:xfrm>
            <a:off x="2636338" y="3637836"/>
            <a:ext cx="1125482" cy="522287"/>
          </a:xfrm>
          <a:prstGeom prst="rect">
            <a:avLst/>
          </a:prstGeom>
          <a:solidFill>
            <a:srgbClr val="C0C0C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kern="0" dirty="0">
                <a:solidFill>
                  <a:sysClr val="windowText" lastClr="000000"/>
                </a:solidFill>
              </a:rPr>
              <a:t>Catalog Accessor</a:t>
            </a:r>
            <a:endParaRPr kumimoji="0" lang="en-US" sz="1200" b="1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7" name="Rectangle 26"/>
          <p:cNvSpPr>
            <a:spLocks noChangeArrowheads="1"/>
          </p:cNvSpPr>
          <p:nvPr>
            <p:custDataLst>
              <p:custData r:id="rId10"/>
            </p:custDataLst>
          </p:nvPr>
        </p:nvSpPr>
        <p:spPr bwMode="auto">
          <a:xfrm>
            <a:off x="5424422" y="3636694"/>
            <a:ext cx="1125482" cy="522287"/>
          </a:xfrm>
          <a:prstGeom prst="rect">
            <a:avLst/>
          </a:prstGeom>
          <a:solidFill>
            <a:srgbClr val="C0C0C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kern="0" dirty="0">
                <a:solidFill>
                  <a:sysClr val="windowText" lastClr="000000"/>
                </a:solidFill>
              </a:rPr>
              <a:t>Tax Rules Accessor </a:t>
            </a:r>
            <a:endParaRPr kumimoji="0" lang="en-US" sz="1200" b="1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8" name="Rectangle 27"/>
          <p:cNvSpPr>
            <a:spLocks noChangeArrowheads="1"/>
          </p:cNvSpPr>
          <p:nvPr>
            <p:custDataLst>
              <p:custData r:id="rId11"/>
            </p:custDataLst>
          </p:nvPr>
        </p:nvSpPr>
        <p:spPr bwMode="auto">
          <a:xfrm>
            <a:off x="6821531" y="3636693"/>
            <a:ext cx="1125482" cy="522287"/>
          </a:xfrm>
          <a:prstGeom prst="rect">
            <a:avLst/>
          </a:prstGeom>
          <a:solidFill>
            <a:srgbClr val="C0C0C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kern="0" dirty="0">
                <a:solidFill>
                  <a:sysClr val="windowText" lastClr="000000"/>
                </a:solidFill>
              </a:rPr>
              <a:t>Volume Discount Rules Accessor</a:t>
            </a:r>
            <a:endParaRPr kumimoji="0" lang="en-US" sz="1200" b="1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9" name="Rectangle 28"/>
          <p:cNvSpPr>
            <a:spLocks noChangeArrowheads="1"/>
          </p:cNvSpPr>
          <p:nvPr>
            <p:custDataLst>
              <p:custData r:id="rId12"/>
            </p:custDataLst>
          </p:nvPr>
        </p:nvSpPr>
        <p:spPr bwMode="auto">
          <a:xfrm>
            <a:off x="8210902" y="3632837"/>
            <a:ext cx="1125482" cy="522287"/>
          </a:xfrm>
          <a:prstGeom prst="rect">
            <a:avLst/>
          </a:prstGeom>
          <a:solidFill>
            <a:srgbClr val="C0C0C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kern="0" dirty="0">
                <a:solidFill>
                  <a:sysClr val="windowText" lastClr="000000"/>
                </a:solidFill>
              </a:rPr>
              <a:t>Coupon Rules Accessor</a:t>
            </a:r>
            <a:endParaRPr kumimoji="0" lang="en-US" sz="1200" b="1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30" name="Rectangle 29"/>
          <p:cNvSpPr>
            <a:spLocks noChangeArrowheads="1"/>
          </p:cNvSpPr>
          <p:nvPr>
            <p:custDataLst>
              <p:custData r:id="rId13"/>
            </p:custDataLst>
          </p:nvPr>
        </p:nvSpPr>
        <p:spPr bwMode="auto">
          <a:xfrm>
            <a:off x="1249819" y="4403786"/>
            <a:ext cx="1125482" cy="522287"/>
          </a:xfrm>
          <a:prstGeom prst="rect">
            <a:avLst/>
          </a:prstGeom>
          <a:solidFill>
            <a:srgbClr val="C0C0C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kern="0" dirty="0">
                <a:solidFill>
                  <a:sysClr val="windowText" lastClr="000000"/>
                </a:solidFill>
              </a:rPr>
              <a:t>Order Accessor</a:t>
            </a:r>
            <a:endParaRPr kumimoji="0" lang="en-US" sz="1200" b="1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31" name="Rectangle 30"/>
          <p:cNvSpPr>
            <a:spLocks noChangeArrowheads="1"/>
          </p:cNvSpPr>
          <p:nvPr>
            <p:custDataLst>
              <p:custData r:id="rId14"/>
            </p:custDataLst>
          </p:nvPr>
        </p:nvSpPr>
        <p:spPr bwMode="auto">
          <a:xfrm>
            <a:off x="6817075" y="4402949"/>
            <a:ext cx="1125482" cy="522287"/>
          </a:xfrm>
          <a:prstGeom prst="rect">
            <a:avLst/>
          </a:prstGeom>
          <a:solidFill>
            <a:srgbClr val="C0C0C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kern="0" dirty="0">
                <a:solidFill>
                  <a:sysClr val="windowText" lastClr="000000"/>
                </a:solidFill>
              </a:rPr>
              <a:t>Shipping Rules Accessor</a:t>
            </a:r>
            <a:endParaRPr kumimoji="0" lang="en-US" sz="1200" b="1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32" name="Rectangle 31"/>
          <p:cNvSpPr>
            <a:spLocks noChangeArrowheads="1"/>
          </p:cNvSpPr>
          <p:nvPr>
            <p:custDataLst>
              <p:custData r:id="rId15"/>
            </p:custDataLst>
          </p:nvPr>
        </p:nvSpPr>
        <p:spPr bwMode="auto">
          <a:xfrm>
            <a:off x="8210902" y="4408268"/>
            <a:ext cx="1125482" cy="522287"/>
          </a:xfrm>
          <a:prstGeom prst="rect">
            <a:avLst/>
          </a:prstGeom>
          <a:solidFill>
            <a:srgbClr val="C0C0C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kern="0" dirty="0">
                <a:solidFill>
                  <a:sysClr val="windowText" lastClr="000000"/>
                </a:solidFill>
              </a:rPr>
              <a:t>Payment Accessor</a:t>
            </a:r>
            <a:endParaRPr kumimoji="0" lang="en-US" sz="1200" b="1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33" name="Rectangle 32"/>
          <p:cNvSpPr>
            <a:spLocks noChangeArrowheads="1"/>
          </p:cNvSpPr>
          <p:nvPr>
            <p:custDataLst>
              <p:custData r:id="rId16"/>
            </p:custDataLst>
          </p:nvPr>
        </p:nvSpPr>
        <p:spPr bwMode="auto">
          <a:xfrm>
            <a:off x="2636338" y="4403785"/>
            <a:ext cx="1125482" cy="522287"/>
          </a:xfrm>
          <a:prstGeom prst="rect">
            <a:avLst/>
          </a:prstGeom>
          <a:solidFill>
            <a:srgbClr val="C0C0C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kern="0" dirty="0">
                <a:solidFill>
                  <a:sysClr val="windowText" lastClr="000000"/>
                </a:solidFill>
              </a:rPr>
              <a:t>Shipping Accessor</a:t>
            </a:r>
            <a:endParaRPr kumimoji="0" lang="en-US" sz="1200" b="1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34" name="Rectangle 33"/>
          <p:cNvSpPr>
            <a:spLocks noChangeArrowheads="1"/>
          </p:cNvSpPr>
          <p:nvPr>
            <p:custDataLst>
              <p:custData r:id="rId17"/>
            </p:custDataLst>
          </p:nvPr>
        </p:nvSpPr>
        <p:spPr bwMode="auto">
          <a:xfrm>
            <a:off x="4033447" y="4403784"/>
            <a:ext cx="1125482" cy="522287"/>
          </a:xfrm>
          <a:prstGeom prst="rect">
            <a:avLst/>
          </a:prstGeom>
          <a:solidFill>
            <a:srgbClr val="C0C0C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kern="0" dirty="0">
                <a:solidFill>
                  <a:sysClr val="windowText" lastClr="000000"/>
                </a:solidFill>
              </a:rPr>
              <a:t>Remittance Accessor</a:t>
            </a:r>
            <a:endParaRPr kumimoji="0" lang="en-US" sz="1200" b="1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35" name="Rectangle 34"/>
          <p:cNvSpPr>
            <a:spLocks noChangeArrowheads="1"/>
          </p:cNvSpPr>
          <p:nvPr>
            <p:custDataLst>
              <p:custData r:id="rId18"/>
            </p:custDataLst>
          </p:nvPr>
        </p:nvSpPr>
        <p:spPr bwMode="auto">
          <a:xfrm>
            <a:off x="4033447" y="3644141"/>
            <a:ext cx="1125482" cy="522287"/>
          </a:xfrm>
          <a:prstGeom prst="rect">
            <a:avLst/>
          </a:prstGeom>
          <a:solidFill>
            <a:srgbClr val="C0C0C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kern="0" dirty="0">
                <a:solidFill>
                  <a:sysClr val="windowText" lastClr="000000"/>
                </a:solidFill>
              </a:rPr>
              <a:t>Seller Accessor</a:t>
            </a:r>
            <a:endParaRPr kumimoji="0" lang="en-US" sz="1200" b="1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36" name="Rectangle 35"/>
          <p:cNvSpPr>
            <a:spLocks noChangeArrowheads="1"/>
          </p:cNvSpPr>
          <p:nvPr>
            <p:custDataLst>
              <p:custData r:id="rId19"/>
            </p:custDataLst>
          </p:nvPr>
        </p:nvSpPr>
        <p:spPr bwMode="auto">
          <a:xfrm>
            <a:off x="5419966" y="4402949"/>
            <a:ext cx="1125482" cy="522287"/>
          </a:xfrm>
          <a:prstGeom prst="rect">
            <a:avLst/>
          </a:prstGeom>
          <a:solidFill>
            <a:srgbClr val="C0C0C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kern="0" dirty="0">
                <a:solidFill>
                  <a:sysClr val="windowText" lastClr="000000"/>
                </a:solidFill>
              </a:rPr>
              <a:t>Email Accessor</a:t>
            </a:r>
            <a:endParaRPr kumimoji="0" lang="en-US" sz="1200" b="1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38" name="AutoShape 4"/>
          <p:cNvSpPr>
            <a:spLocks noChangeArrowheads="1"/>
          </p:cNvSpPr>
          <p:nvPr>
            <p:custDataLst>
              <p:custData r:id="rId20"/>
            </p:custDataLst>
          </p:nvPr>
        </p:nvSpPr>
        <p:spPr bwMode="auto">
          <a:xfrm>
            <a:off x="2547701" y="5244101"/>
            <a:ext cx="968352" cy="796315"/>
          </a:xfrm>
          <a:prstGeom prst="can">
            <a:avLst>
              <a:gd name="adj" fmla="val 25000"/>
            </a:avLst>
          </a:prstGeom>
          <a:solidFill>
            <a:srgbClr val="00FFFF"/>
          </a:solidFill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anchor="ctr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50" b="1" kern="0" dirty="0">
                <a:solidFill>
                  <a:sysClr val="windowText" lastClr="000000"/>
                </a:solidFill>
              </a:rPr>
              <a:t>Catalogs</a:t>
            </a:r>
          </a:p>
        </p:txBody>
      </p:sp>
      <p:sp>
        <p:nvSpPr>
          <p:cNvPr id="39" name="AutoShape 4"/>
          <p:cNvSpPr>
            <a:spLocks noChangeArrowheads="1"/>
          </p:cNvSpPr>
          <p:nvPr>
            <p:custDataLst>
              <p:custData r:id="rId21"/>
            </p:custDataLst>
          </p:nvPr>
        </p:nvSpPr>
        <p:spPr bwMode="auto">
          <a:xfrm>
            <a:off x="3730198" y="5244101"/>
            <a:ext cx="968352" cy="796315"/>
          </a:xfrm>
          <a:prstGeom prst="can">
            <a:avLst>
              <a:gd name="adj" fmla="val 25000"/>
            </a:avLst>
          </a:prstGeom>
          <a:solidFill>
            <a:srgbClr val="00FFFF"/>
          </a:solidFill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anchor="ctr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50" b="1" kern="0" dirty="0">
                <a:solidFill>
                  <a:sysClr val="windowText" lastClr="000000"/>
                </a:solidFill>
              </a:rPr>
              <a:t>Sellers</a:t>
            </a:r>
          </a:p>
        </p:txBody>
      </p:sp>
      <p:sp>
        <p:nvSpPr>
          <p:cNvPr id="40" name="AutoShape 4"/>
          <p:cNvSpPr>
            <a:spLocks noChangeArrowheads="1"/>
          </p:cNvSpPr>
          <p:nvPr>
            <p:custDataLst>
              <p:custData r:id="rId22"/>
            </p:custDataLst>
          </p:nvPr>
        </p:nvSpPr>
        <p:spPr bwMode="auto">
          <a:xfrm>
            <a:off x="4915595" y="5244100"/>
            <a:ext cx="968352" cy="796315"/>
          </a:xfrm>
          <a:prstGeom prst="can">
            <a:avLst>
              <a:gd name="adj" fmla="val 25000"/>
            </a:avLst>
          </a:prstGeom>
          <a:solidFill>
            <a:srgbClr val="00FFFF"/>
          </a:solidFill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anchor="ctr">
            <a:normAutofit fontScale="92500"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50" b="1" kern="0" dirty="0">
                <a:solidFill>
                  <a:sysClr val="windowText" lastClr="000000"/>
                </a:solidFill>
              </a:rPr>
              <a:t>Volume Discount Rules</a:t>
            </a:r>
          </a:p>
        </p:txBody>
      </p:sp>
      <p:sp>
        <p:nvSpPr>
          <p:cNvPr id="41" name="AutoShape 4"/>
          <p:cNvSpPr>
            <a:spLocks noChangeArrowheads="1"/>
          </p:cNvSpPr>
          <p:nvPr>
            <p:custDataLst>
              <p:custData r:id="rId23"/>
            </p:custDataLst>
          </p:nvPr>
        </p:nvSpPr>
        <p:spPr bwMode="auto">
          <a:xfrm>
            <a:off x="1365204" y="5244101"/>
            <a:ext cx="968352" cy="796315"/>
          </a:xfrm>
          <a:prstGeom prst="can">
            <a:avLst>
              <a:gd name="adj" fmla="val 25000"/>
            </a:avLst>
          </a:prstGeom>
          <a:solidFill>
            <a:srgbClr val="00FFFF"/>
          </a:solidFill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anchor="ctr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50" b="1" kern="0" dirty="0">
                <a:solidFill>
                  <a:sysClr val="windowText" lastClr="000000"/>
                </a:solidFill>
              </a:rPr>
              <a:t>Coupon Rules</a:t>
            </a:r>
          </a:p>
        </p:txBody>
      </p:sp>
      <p:sp>
        <p:nvSpPr>
          <p:cNvPr id="42" name="AutoShape 4"/>
          <p:cNvSpPr>
            <a:spLocks noChangeArrowheads="1"/>
          </p:cNvSpPr>
          <p:nvPr>
            <p:custDataLst>
              <p:custData r:id="rId24"/>
            </p:custDataLst>
          </p:nvPr>
        </p:nvSpPr>
        <p:spPr bwMode="auto">
          <a:xfrm>
            <a:off x="6098092" y="5244100"/>
            <a:ext cx="968352" cy="796315"/>
          </a:xfrm>
          <a:prstGeom prst="can">
            <a:avLst>
              <a:gd name="adj" fmla="val 25000"/>
            </a:avLst>
          </a:prstGeom>
          <a:solidFill>
            <a:srgbClr val="00FFFF"/>
          </a:solidFill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anchor="ctr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50" b="1" kern="0" dirty="0">
                <a:solidFill>
                  <a:sysClr val="windowText" lastClr="000000"/>
                </a:solidFill>
              </a:rPr>
              <a:t>Orders</a:t>
            </a:r>
          </a:p>
        </p:txBody>
      </p:sp>
      <p:sp>
        <p:nvSpPr>
          <p:cNvPr id="43" name="AutoShape 4"/>
          <p:cNvSpPr>
            <a:spLocks noChangeArrowheads="1"/>
          </p:cNvSpPr>
          <p:nvPr>
            <p:custDataLst>
              <p:custData r:id="rId25"/>
            </p:custDataLst>
          </p:nvPr>
        </p:nvSpPr>
        <p:spPr bwMode="auto">
          <a:xfrm>
            <a:off x="7280589" y="5244099"/>
            <a:ext cx="968352" cy="796315"/>
          </a:xfrm>
          <a:prstGeom prst="can">
            <a:avLst>
              <a:gd name="adj" fmla="val 25000"/>
            </a:avLst>
          </a:prstGeom>
          <a:solidFill>
            <a:srgbClr val="00FFFF"/>
          </a:solidFill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anchor="ctr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50" b="1" kern="0" dirty="0">
                <a:solidFill>
                  <a:sysClr val="windowText" lastClr="000000"/>
                </a:solidFill>
              </a:rPr>
              <a:t>Remittance History</a:t>
            </a:r>
          </a:p>
        </p:txBody>
      </p:sp>
      <p:sp>
        <p:nvSpPr>
          <p:cNvPr id="44" name="AutoShape 4"/>
          <p:cNvSpPr>
            <a:spLocks noChangeArrowheads="1"/>
          </p:cNvSpPr>
          <p:nvPr>
            <p:custDataLst>
              <p:custData r:id="rId26"/>
            </p:custDataLst>
          </p:nvPr>
        </p:nvSpPr>
        <p:spPr bwMode="auto">
          <a:xfrm>
            <a:off x="8463086" y="5244098"/>
            <a:ext cx="968352" cy="796315"/>
          </a:xfrm>
          <a:prstGeom prst="can">
            <a:avLst>
              <a:gd name="adj" fmla="val 25000"/>
            </a:avLst>
          </a:prstGeom>
          <a:solidFill>
            <a:srgbClr val="00FFFF"/>
          </a:solidFill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anchor="ctr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50" b="1" kern="0" dirty="0">
                <a:solidFill>
                  <a:sysClr val="windowText" lastClr="000000"/>
                </a:solidFill>
              </a:rPr>
              <a:t>Shipping Rules</a:t>
            </a:r>
          </a:p>
        </p:txBody>
      </p:sp>
      <p:sp>
        <p:nvSpPr>
          <p:cNvPr id="45" name="Rectangle 44"/>
          <p:cNvSpPr>
            <a:spLocks noChangeArrowheads="1"/>
          </p:cNvSpPr>
          <p:nvPr>
            <p:custDataLst>
              <p:custData r:id="rId27"/>
            </p:custDataLst>
          </p:nvPr>
        </p:nvSpPr>
        <p:spPr bwMode="auto">
          <a:xfrm>
            <a:off x="1249818" y="6165390"/>
            <a:ext cx="1125483" cy="522287"/>
          </a:xfrm>
          <a:prstGeom prst="rect">
            <a:avLst/>
          </a:prstGeom>
          <a:solidFill>
            <a:srgbClr val="00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Shipping API</a:t>
            </a:r>
          </a:p>
        </p:txBody>
      </p:sp>
      <p:sp>
        <p:nvSpPr>
          <p:cNvPr id="46" name="Rectangle 45"/>
          <p:cNvSpPr>
            <a:spLocks noChangeArrowheads="1"/>
          </p:cNvSpPr>
          <p:nvPr>
            <p:custDataLst>
              <p:custData r:id="rId28"/>
            </p:custDataLst>
          </p:nvPr>
        </p:nvSpPr>
        <p:spPr bwMode="auto">
          <a:xfrm>
            <a:off x="2636338" y="6168195"/>
            <a:ext cx="1125483" cy="522287"/>
          </a:xfrm>
          <a:prstGeom prst="rect">
            <a:avLst/>
          </a:prstGeom>
          <a:solidFill>
            <a:srgbClr val="00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kern="0" dirty="0">
                <a:solidFill>
                  <a:sysClr val="windowText" lastClr="000000"/>
                </a:solidFill>
              </a:rPr>
              <a:t>Email API</a:t>
            </a:r>
            <a:endParaRPr kumimoji="0" lang="en-US" sz="1200" b="1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47" name="Rectangle 46"/>
          <p:cNvSpPr>
            <a:spLocks noChangeArrowheads="1"/>
          </p:cNvSpPr>
          <p:nvPr>
            <p:custDataLst>
              <p:custData r:id="rId29"/>
            </p:custDataLst>
          </p:nvPr>
        </p:nvSpPr>
        <p:spPr bwMode="auto">
          <a:xfrm>
            <a:off x="4022858" y="6165390"/>
            <a:ext cx="1125483" cy="522287"/>
          </a:xfrm>
          <a:prstGeom prst="rect">
            <a:avLst/>
          </a:prstGeom>
          <a:solidFill>
            <a:srgbClr val="00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Credit Card API</a:t>
            </a:r>
          </a:p>
        </p:txBody>
      </p:sp>
      <p:sp>
        <p:nvSpPr>
          <p:cNvPr id="48" name="Rectangle 47"/>
          <p:cNvSpPr>
            <a:spLocks noChangeArrowheads="1"/>
          </p:cNvSpPr>
          <p:nvPr>
            <p:custDataLst>
              <p:custData r:id="rId30"/>
            </p:custDataLst>
          </p:nvPr>
        </p:nvSpPr>
        <p:spPr bwMode="auto">
          <a:xfrm>
            <a:off x="5409378" y="6165390"/>
            <a:ext cx="1125483" cy="522287"/>
          </a:xfrm>
          <a:prstGeom prst="rect">
            <a:avLst/>
          </a:prstGeom>
          <a:solidFill>
            <a:srgbClr val="00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ACH API</a:t>
            </a:r>
          </a:p>
        </p:txBody>
      </p:sp>
      <p:sp>
        <p:nvSpPr>
          <p:cNvPr id="49" name="Rectangle 48"/>
          <p:cNvSpPr>
            <a:spLocks noChangeArrowheads="1"/>
          </p:cNvSpPr>
          <p:nvPr>
            <p:custDataLst>
              <p:custData r:id="rId31"/>
            </p:custDataLst>
          </p:nvPr>
        </p:nvSpPr>
        <p:spPr bwMode="auto">
          <a:xfrm>
            <a:off x="6795898" y="6165389"/>
            <a:ext cx="1125483" cy="522287"/>
          </a:xfrm>
          <a:prstGeom prst="rect">
            <a:avLst/>
          </a:prstGeom>
          <a:solidFill>
            <a:srgbClr val="00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Tax Rules API</a:t>
            </a:r>
          </a:p>
        </p:txBody>
      </p:sp>
      <p:sp>
        <p:nvSpPr>
          <p:cNvPr id="50" name="Rectangle 49"/>
          <p:cNvSpPr>
            <a:spLocks noChangeArrowheads="1"/>
          </p:cNvSpPr>
          <p:nvPr>
            <p:custDataLst>
              <p:custData r:id="rId32"/>
            </p:custDataLst>
          </p:nvPr>
        </p:nvSpPr>
        <p:spPr bwMode="auto">
          <a:xfrm>
            <a:off x="2637091" y="1040371"/>
            <a:ext cx="1125482" cy="522288"/>
          </a:xfrm>
          <a:prstGeom prst="rect">
            <a:avLst/>
          </a:prstGeom>
          <a:solidFill>
            <a:srgbClr val="99FF33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Admin</a:t>
            </a:r>
          </a:p>
        </p:txBody>
      </p:sp>
      <p:sp>
        <p:nvSpPr>
          <p:cNvPr id="51" name="Rectangle 50"/>
          <p:cNvSpPr>
            <a:spLocks noChangeArrowheads="1"/>
          </p:cNvSpPr>
          <p:nvPr>
            <p:custDataLst>
              <p:custData r:id="rId33"/>
            </p:custDataLst>
          </p:nvPr>
        </p:nvSpPr>
        <p:spPr bwMode="auto">
          <a:xfrm>
            <a:off x="4033447" y="1040371"/>
            <a:ext cx="1125482" cy="522288"/>
          </a:xfrm>
          <a:prstGeom prst="rect">
            <a:avLst/>
          </a:prstGeom>
          <a:solidFill>
            <a:srgbClr val="99FF33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Back Office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Admin</a:t>
            </a:r>
          </a:p>
        </p:txBody>
      </p:sp>
      <p:sp>
        <p:nvSpPr>
          <p:cNvPr id="52" name="Rectangle 51"/>
          <p:cNvSpPr>
            <a:spLocks noChangeArrowheads="1"/>
          </p:cNvSpPr>
          <p:nvPr>
            <p:custDataLst>
              <p:custData r:id="rId34"/>
            </p:custDataLst>
          </p:nvPr>
        </p:nvSpPr>
        <p:spPr bwMode="auto">
          <a:xfrm>
            <a:off x="1213544" y="3636833"/>
            <a:ext cx="1125482" cy="522287"/>
          </a:xfrm>
          <a:prstGeom prst="rect">
            <a:avLst/>
          </a:prstGeom>
          <a:solidFill>
            <a:srgbClr val="C0C0C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kern="0" dirty="0">
                <a:solidFill>
                  <a:sysClr val="windowText" lastClr="000000"/>
                </a:solidFill>
              </a:rPr>
              <a:t>Cart Accessor</a:t>
            </a:r>
            <a:endParaRPr kumimoji="0" lang="en-US" sz="1200" b="1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53" name="Rectangle 52"/>
          <p:cNvSpPr>
            <a:spLocks noChangeArrowheads="1"/>
          </p:cNvSpPr>
          <p:nvPr>
            <p:custDataLst>
              <p:custData r:id="rId35"/>
            </p:custDataLst>
          </p:nvPr>
        </p:nvSpPr>
        <p:spPr bwMode="auto">
          <a:xfrm>
            <a:off x="5425261" y="2653480"/>
            <a:ext cx="1125482" cy="522288"/>
          </a:xfrm>
          <a:prstGeom prst="rect">
            <a:avLst/>
          </a:prstGeom>
          <a:solidFill>
            <a:srgbClr val="FFFF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kern="0" dirty="0">
                <a:solidFill>
                  <a:sysClr val="windowText" lastClr="000000"/>
                </a:solidFill>
              </a:rPr>
              <a:t>Shipping </a:t>
            </a:r>
            <a:r>
              <a:rPr lang="en-US" sz="1200" b="1" kern="0" dirty="0" err="1">
                <a:solidFill>
                  <a:sysClr val="windowText" lastClr="000000"/>
                </a:solidFill>
              </a:rPr>
              <a:t>Calc</a:t>
            </a:r>
            <a:r>
              <a:rPr lang="en-US" sz="1200" b="1" kern="0">
                <a:solidFill>
                  <a:sysClr val="windowText" lastClr="000000"/>
                </a:solidFill>
              </a:rPr>
              <a:t> Engine</a:t>
            </a:r>
            <a:endParaRPr kumimoji="0" lang="en-US" sz="1200" b="1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54" name="Rectangle 53"/>
          <p:cNvSpPr>
            <a:spLocks noChangeArrowheads="1"/>
          </p:cNvSpPr>
          <p:nvPr>
            <p:custDataLst>
              <p:custData r:id="rId36"/>
            </p:custDataLst>
          </p:nvPr>
        </p:nvSpPr>
        <p:spPr bwMode="auto">
          <a:xfrm>
            <a:off x="6817075" y="2653480"/>
            <a:ext cx="1125482" cy="522288"/>
          </a:xfrm>
          <a:prstGeom prst="rect">
            <a:avLst/>
          </a:prstGeom>
          <a:solidFill>
            <a:srgbClr val="FFFF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kern="0" dirty="0">
                <a:solidFill>
                  <a:sysClr val="windowText" lastClr="000000"/>
                </a:solidFill>
              </a:rPr>
              <a:t>Validation Engine</a:t>
            </a:r>
            <a:endParaRPr kumimoji="0" lang="en-US" sz="1200" b="1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49764158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74225"/>
          </a:xfrm>
        </p:spPr>
        <p:txBody>
          <a:bodyPr/>
          <a:lstStyle/>
          <a:p>
            <a:r>
              <a:rPr lang="en-US" dirty="0"/>
              <a:t>4. Assembly Allocation</a:t>
            </a:r>
          </a:p>
        </p:txBody>
      </p:sp>
    </p:spTree>
    <p:extLst>
      <p:ext uri="{BB962C8B-B14F-4D97-AF65-F5344CB8AC3E}">
        <p14:creationId xmlns:p14="http://schemas.microsoft.com/office/powerpoint/2010/main" val="324073765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74225"/>
          </a:xfrm>
        </p:spPr>
        <p:txBody>
          <a:bodyPr/>
          <a:lstStyle/>
          <a:p>
            <a:r>
              <a:rPr lang="en-US" dirty="0"/>
              <a:t>5. Process Allocation</a:t>
            </a:r>
          </a:p>
        </p:txBody>
      </p:sp>
    </p:spTree>
    <p:extLst>
      <p:ext uri="{BB962C8B-B14F-4D97-AF65-F5344CB8AC3E}">
        <p14:creationId xmlns:p14="http://schemas.microsoft.com/office/powerpoint/2010/main" val="335830992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steps…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Stub out solution (next slide)</a:t>
            </a:r>
          </a:p>
          <a:p>
            <a:r>
              <a:rPr lang="en-US" dirty="0"/>
              <a:t>Vertical slice/smoke test implementation</a:t>
            </a:r>
          </a:p>
          <a:p>
            <a:r>
              <a:rPr lang="en-US" dirty="0"/>
              <a:t>CI configuration with unit test execution and code coverage</a:t>
            </a:r>
          </a:p>
          <a:p>
            <a:r>
              <a:rPr lang="en-US" dirty="0"/>
              <a:t>Analyze dependencies</a:t>
            </a:r>
          </a:p>
          <a:p>
            <a:pPr lvl="1"/>
            <a:r>
              <a:rPr lang="en-US" dirty="0"/>
              <a:t>Where do we start and what sequence of development</a:t>
            </a:r>
          </a:p>
          <a:p>
            <a:r>
              <a:rPr lang="en-US" dirty="0"/>
              <a:t>…</a:t>
            </a:r>
          </a:p>
          <a:p>
            <a:endParaRPr lang="en-US" dirty="0"/>
          </a:p>
          <a:p>
            <a:r>
              <a:rPr lang="en-US" dirty="0"/>
              <a:t>Total Time: &lt; 1week</a:t>
            </a:r>
          </a:p>
          <a:p>
            <a:pPr lvl="1"/>
            <a:r>
              <a:rPr lang="en-US" dirty="0"/>
              <a:t>Time boxing essential to avoid analysis paralysis</a:t>
            </a:r>
          </a:p>
          <a:p>
            <a:pPr lvl="1"/>
            <a:r>
              <a:rPr lang="en-US" dirty="0"/>
              <a:t>Good enough is what we are aiming for</a:t>
            </a:r>
          </a:p>
        </p:txBody>
      </p:sp>
    </p:spTree>
    <p:extLst>
      <p:ext uri="{BB962C8B-B14F-4D97-AF65-F5344CB8AC3E}">
        <p14:creationId xmlns:p14="http://schemas.microsoft.com/office/powerpoint/2010/main" val="311852142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dirty="0"/>
              <a:t>Translating the design to the solution…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9360" y="1690688"/>
            <a:ext cx="4503761" cy="5065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29668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_rels/item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.xml"/></Relationships>
</file>

<file path=customXml/_rels/item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.xml"/></Relationships>
</file>

<file path=customXml/_rels/item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8.xml"/></Relationships>
</file>

<file path=customXml/_rels/item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9.xml"/></Relationships>
</file>

<file path=customXml/_rels/item1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0.xml"/></Relationships>
</file>

<file path=customXml/_rels/item1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1.xml"/></Relationships>
</file>

<file path=customXml/_rels/item1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2.xml"/></Relationships>
</file>

<file path=customXml/_rels/item1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3.xml"/></Relationships>
</file>

<file path=customXml/_rels/item1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4.xml"/></Relationships>
</file>

<file path=customXml/_rels/item1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5.xml"/></Relationships>
</file>

<file path=customXml/_rels/item1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6.xml"/></Relationships>
</file>

<file path=customXml/_rels/item1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7.xml"/></Relationships>
</file>

<file path=customXml/_rels/item1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8.xml"/></Relationships>
</file>

<file path=customXml/_rels/item1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9.xml"/></Relationships>
</file>

<file path=customXml/_rels/item2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0.xml"/></Relationships>
</file>

<file path=customXml/_rels/item2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1.xml"/></Relationships>
</file>

<file path=customXml/_rels/item2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2.xml"/></Relationships>
</file>

<file path=customXml/_rels/item2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3.xml"/></Relationships>
</file>

<file path=customXml/_rels/item2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4.xml"/></Relationships>
</file>

<file path=customXml/_rels/item2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5.xml"/></Relationships>
</file>

<file path=customXml/_rels/item2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6.xml"/></Relationships>
</file>

<file path=customXml/_rels/item2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7.xml"/></Relationships>
</file>

<file path=customXml/_rels/item2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8.xml"/></Relationships>
</file>

<file path=customXml/_rels/item2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9.xml"/></Relationships>
</file>

<file path=customXml/_rels/item3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0.xml"/></Relationships>
</file>

<file path=customXml/_rels/item3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1.xml"/></Relationships>
</file>

<file path=customXml/_rels/item3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2.xml"/></Relationships>
</file>

<file path=customXml/_rels/item3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3.xml"/></Relationships>
</file>

<file path=customXml/_rels/item3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4.xml"/></Relationships>
</file>

<file path=customXml/_rels/item3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5.xml"/></Relationships>
</file>

<file path=customXml/_rels/item3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6.xml"/></Relationships>
</file>

<file path=customXml/_rels/item3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7.xml"/></Relationships>
</file>

<file path=customXml/_rels/item3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8.xml"/></Relationships>
</file>

<file path=customXml/_rels/item3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9.xml"/></Relationships>
</file>

<file path=customXml/_rels/item4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0.xml"/></Relationships>
</file>

<file path=customXml/_rels/item4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1.xml"/></Relationships>
</file>

<file path=customXml/_rels/item4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2.xml"/></Relationships>
</file>

<file path=customXml/_rels/item4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3.xml"/></Relationships>
</file>

<file path=customXml/_rels/item4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4.xml"/></Relationships>
</file>

<file path=customXml/_rels/item4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5.xml"/></Relationships>
</file>

<file path=customXml/_rels/item4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6.xml"/></Relationships>
</file>

<file path=customXml/_rels/item4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7.xml"/></Relationships>
</file>

<file path=customXml/_rels/item4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8.xml"/></Relationships>
</file>

<file path=customXml/_rels/item4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9.xml"/></Relationships>
</file>

<file path=customXml/_rels/item5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0.xml"/></Relationships>
</file>

<file path=customXml/_rels/item5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1.xml"/></Relationships>
</file>

<file path=customXml/_rels/item5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2.xml"/></Relationships>
</file>

<file path=customXml/_rels/item5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3.xml"/></Relationships>
</file>

<file path=customXml/_rels/item5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4.xml"/></Relationships>
</file>

<file path=customXml/_rels/item5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5.xml"/></Relationships>
</file>

<file path=customXml/_rels/item5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6.xml"/></Relationships>
</file>

<file path=customXml/_rels/item5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7.xml"/></Relationships>
</file>

<file path=customXml/_rels/item5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8.xml"/></Relationships>
</file>

<file path=customXml/_rels/item5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9.xml"/></Relationships>
</file>

<file path=customXml/_rels/item6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0.xml"/></Relationships>
</file>

<file path=customXml/_rels/item6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1.xml"/></Relationships>
</file>

<file path=customXml/_rels/item6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2.xml"/></Relationships>
</file>

<file path=customXml/_rels/item6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3.xml"/></Relationships>
</file>

<file path=customXml/_rels/item6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4.xml"/></Relationships>
</file>

<file path=customXml/_rels/item6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5.xml"/></Relationships>
</file>

<file path=customXml/_rels/item6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6.xml"/></Relationships>
</file>

<file path=customXml/_rels/item6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7.xml"/></Relationships>
</file>

<file path=customXml/_rels/item6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8.xml"/></Relationships>
</file>

<file path=customXml/_rels/item6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9.xml"/></Relationships>
</file>

<file path=customXml/_rels/item7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0.xml"/></Relationships>
</file>

<file path=customXml/_rels/item7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1.xml"/></Relationships>
</file>

<file path=customXml/_rels/item7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2.xml"/></Relationships>
</file>

<file path=customXml/_rels/item7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3.xml"/></Relationships>
</file>

<file path=customXml/_rels/item7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4.xml"/></Relationships>
</file>

<file path=customXml/_rels/item7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5.xml"/></Relationships>
</file>

<file path=customXml/_rels/item7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6.xml"/></Relationships>
</file>

<file path=customXml/_rels/item7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7.xml"/></Relationships>
</file>

<file path=customXml/_rels/item7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8.xml"/></Relationships>
</file>

<file path=customXml/_rels/item7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9.xml"/></Relationships>
</file>

<file path=customXml/_rels/item8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80.xml"/></Relationships>
</file>

<file path=customXml/_rels/item8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81.xml"/></Relationships>
</file>

<file path=customXml/_rels/item8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82.xml"/></Relationships>
</file>

<file path=customXml/_rels/item8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83.xml"/></Relationships>
</file>

<file path=customXml/_rels/item8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84.xml"/></Relationships>
</file>

<file path=customXml/_rels/item8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85.xml"/></Relationships>
</file>

<file path=customXml/_rels/item8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86.xml"/></Relationships>
</file>

<file path=customXml/_rels/item8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87.xml"/></Relationships>
</file>

<file path=customXml/_rels/item8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88.xml"/></Relationships>
</file>

<file path=customXml/_rels/item8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89.xml"/></Relationships>
</file>

<file path=customXml/_rels/item9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90.xml"/></Relationships>
</file>

<file path=customXml/_rels/item9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91.xml"/></Relationships>
</file>

<file path=customXml/_rels/item9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92.xml"/></Relationships>
</file>

<file path=customXml/_rels/item9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93.xml"/></Relationships>
</file>

<file path=customXml/_rels/item9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94.xml"/></Relationships>
</file>

<file path=customXml/_rels/item9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95.xml"/></Relationships>
</file>

<file path=customXml/_rels/item9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96.xml"/></Relationships>
</file>

<file path=customXml/_rels/item9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97.xml"/></Relationships>
</file>

<file path=customXml/_rels/item9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98.xml"/></Relationships>
</file>

<file path=customXml/_rels/item9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99.xml"/></Relationships>
</file>

<file path=customXml/_rels/item10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00.xml"/></Relationships>
</file>

<file path=customXml/_rels/item10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01.xml"/></Relationships>
</file>

<file path=customXml/_rels/item10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02.xml"/></Relationships>
</file>

<file path=customXml/_rels/item10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03.xml"/></Relationships>
</file>

<file path=customXml/_rels/item10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04.xml"/></Relationships>
</file>

<file path=customXml/_rels/item10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05.xml"/></Relationships>
</file>

<file path=customXml/_rels/item10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06.xml"/></Relationships>
</file>

<file path=customXml/_rels/item10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07.xml"/></Relationships>
</file>

<file path=customXml/_rels/item10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08.xml"/></Relationships>
</file>

<file path=customXml/_rels/item10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09.xml"/></Relationships>
</file>

<file path=customXml/_rels/item11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10.xml"/></Relationships>
</file>

<file path=customXml/_rels/item11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11.xml"/></Relationships>
</file>

<file path=customXml/_rels/item11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12.xml"/></Relationships>
</file>

<file path=customXml/_rels/item11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13.xml"/></Relationships>
</file>

<file path=customXml/_rels/item11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14.xml"/></Relationships>
</file>

<file path=customXml/_rels/item11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15.xml"/></Relationships>
</file>

<file path=customXml/_rels/item11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16.xml"/></Relationships>
</file>

<file path=customXml/_rels/item11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17.xml"/></Relationships>
</file>

<file path=customXml/_rels/item11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18.xml"/></Relationships>
</file>

<file path=customXml/_rels/item11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19.xml"/></Relationships>
</file>

<file path=customXml/_rels/item12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20.xml"/></Relationships>
</file>

<file path=customXml/_rels/item12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21.xml"/></Relationships>
</file>

<file path=customXml/_rels/item12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22.xml"/></Relationships>
</file>

<file path=customXml/_rels/item12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23.xml"/></Relationships>
</file>

<file path=customXml/_rels/item12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24.xml"/></Relationships>
</file>

<file path=customXml/_rels/item12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25.xml"/></Relationships>
</file>

<file path=customXml/_rels/item12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26.xml"/></Relationships>
</file>

<file path=customXml/_rels/item12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27.xml"/></Relationships>
</file>

<file path=customXml/_rels/item12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28.xml"/></Relationships>
</file>

<file path=customXml/_rels/item12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29.xml"/></Relationships>
</file>

<file path=customXml/_rels/item13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30.xml"/></Relationships>
</file>

<file path=customXml/_rels/item13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31.xml"/></Relationships>
</file>

<file path=customXml/_rels/item13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32.xml"/></Relationships>
</file>

<file path=customXml/_rels/item13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33.xml"/></Relationships>
</file>

<file path=customXml/_rels/item13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34.xml"/></Relationships>
</file>

<file path=customXml/_rels/item13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35.xml"/></Relationships>
</file>

<file path=customXml/_rels/item13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36.xml"/></Relationships>
</file>

<file path=customXml/_rels/item13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37.xml"/></Relationships>
</file>

<file path=customXml/_rels/item13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38.xml"/></Relationships>
</file>

<file path=customXml/_rels/item13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39.xml"/></Relationships>
</file>

<file path=customXml/_rels/item14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40.xml"/></Relationships>
</file>

<file path=customXml/_rels/item14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41.xml"/></Relationships>
</file>

<file path=customXml/_rels/item14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42.xml"/></Relationships>
</file>

<file path=customXml/_rels/item14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43.xml"/></Relationships>
</file>

<file path=customXml/_rels/item14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44.xml"/></Relationships>
</file>

<file path=customXml/_rels/item14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45.xml"/></Relationships>
</file>

<file path=customXml/_rels/item14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46.xml"/></Relationships>
</file>

<file path=customXml/_rels/item14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47.xml"/></Relationships>
</file>

<file path=customXml/_rels/item14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48.xml"/></Relationships>
</file>

<file path=customXml/_rels/item14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49.xml"/></Relationships>
</file>

<file path=customXml/_rels/item15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50.xml"/></Relationships>
</file>

<file path=customXml/_rels/item15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51.xml"/></Relationships>
</file>

<file path=customXml/_rels/item15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52.xml"/></Relationships>
</file>

<file path=customXml/_rels/item15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53.xml"/></Relationships>
</file>

<file path=customXml/_rels/item15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54.xml"/></Relationships>
</file>

<file path=customXml/_rels/item15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55.xml"/></Relationships>
</file>

<file path=customXml/_rels/item15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56.xml"/></Relationships>
</file>

<file path=customXml/_rels/item15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57.xml"/></Relationships>
</file>

<file path=customXml/_rels/item15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58.xml"/></Relationships>
</file>

<file path=customXml/_rels/item15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59.xml"/></Relationships>
</file>

<file path=customXml/_rels/item16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60.xml"/></Relationships>
</file>

<file path=customXml/_rels/item16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61.xml"/></Relationships>
</file>

<file path=customXml/_rels/item16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62.xml"/></Relationships>
</file>

<file path=customXml/_rels/item16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63.xml"/></Relationships>
</file>

<file path=customXml/_rels/item16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64.xml"/></Relationships>
</file>

<file path=customXml/_rels/item16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65.xml"/></Relationships>
</file>

<file path=customXml/_rels/item16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66.xml"/></Relationships>
</file>

<file path=customXml/_rels/item16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67.xml"/></Relationships>
</file>

<file path=customXml/_rels/item16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68.xml"/></Relationships>
</file>

<file path=customXml/_rels/item16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69.xml"/></Relationships>
</file>

<file path=customXml/_rels/item17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70.xml"/></Relationships>
</file>

<file path=customXml/_rels/item17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71.xml"/></Relationships>
</file>

<file path=customXml/_rels/item17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72.xml"/></Relationships>
</file>

<file path=customXml/_rels/item17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73.xml"/></Relationships>
</file>

<file path=customXml/_rels/item17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74.xml"/></Relationships>
</file>

<file path=customXml/_rels/item17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75.xml"/></Relationships>
</file>

<file path=customXml/_rels/item17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76.xml"/></Relationships>
</file>

<file path=customXml/_rels/item17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77.xml"/></Relationships>
</file>

<file path=customXml/_rels/item17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78.xml"/></Relationships>
</file>

<file path=customXml/_rels/item17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79.xml"/></Relationships>
</file>

<file path=customXml/_rels/item18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80.xml"/></Relationships>
</file>

<file path=customXml/_rels/item18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81.xml"/></Relationships>
</file>

<file path=customXml/_rels/item18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82.xml"/></Relationships>
</file>

<file path=customXml/_rels/item18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83.xml"/></Relationships>
</file>

<file path=customXml/_rels/item18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84.xml"/></Relationships>
</file>

<file path=customXml/_rels/item18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85.xml"/></Relationships>
</file>

<file path=customXml/_rels/item18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86.xml"/></Relationships>
</file>

<file path=customXml/_rels/item18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87.xml"/></Relationships>
</file>

<file path=customXml/_rels/item18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88.xml"/></Relationships>
</file>

<file path=customXml/_rels/item18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89.xml"/></Relationships>
</file>

<file path=customXml/_rels/item19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90.xml"/></Relationships>
</file>

<file path=customXml/_rels/item19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91.xml"/></Relationships>
</file>

<file path=customXml/_rels/item19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92.xml"/></Relationships>
</file>

<file path=customXml/_rels/item19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93.xml"/></Relationships>
</file>

<file path=customXml/_rels/item19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94.xml"/></Relationships>
</file>

<file path=customXml/_rels/item19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95.xml"/></Relationships>
</file>

<file path=customXml/_rels/item19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96.xml"/></Relationships>
</file>

<file path=customXml/_rels/item19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97.xml"/></Relationships>
</file>

<file path=customXml/_rels/item19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98.xml"/></Relationships>
</file>

<file path=customXml/_rels/item19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99.xml"/></Relationships>
</file>

<file path=customXml/_rels/item20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00.xml"/></Relationships>
</file>

<file path=customXml/_rels/item20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01.xml"/></Relationships>
</file>

<file path=customXml/_rels/item20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02.xml"/></Relationships>
</file>

<file path=customXml/_rels/item20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03.xml"/></Relationships>
</file>

<file path=customXml/_rels/item20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04.xml"/></Relationships>
</file>

<file path=customXml/_rels/item20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05.xml"/></Relationships>
</file>

<file path=customXml/_rels/item20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06.xml"/></Relationships>
</file>

<file path=customXml/_rels/item20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07.xml"/></Relationships>
</file>

<file path=customXml/_rels/item20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08.xml"/></Relationships>
</file>

<file path=customXml/_rels/item20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09.xml"/></Relationships>
</file>

<file path=customXml/_rels/item21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10.xml"/></Relationships>
</file>

<file path=customXml/_rels/item21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11.xml"/></Relationships>
</file>

<file path=customXml/_rels/item21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12.xml"/></Relationships>
</file>

<file path=customXml/_rels/item21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13.xml"/></Relationships>
</file>

<file path=customXml/_rels/item21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14.xml"/></Relationships>
</file>

<file path=customXml/_rels/item21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15.xml"/></Relationships>
</file>

<file path=customXml/_rels/item21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16.xml"/></Relationships>
</file>

<file path=customXml/_rels/item21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17.xml"/></Relationships>
</file>

<file path=customXml/_rels/item21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18.xml"/></Relationships>
</file>

<file path=customXml/_rels/item21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19.xml"/></Relationships>
</file>

<file path=customXml/_rels/item22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20.xml"/></Relationships>
</file>

<file path=customXml/_rels/item22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21.xml"/></Relationships>
</file>

<file path=customXml/_rels/item22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22.xml"/></Relationships>
</file>

<file path=customXml/_rels/item22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23.xml"/></Relationships>
</file>

<file path=customXml/_rels/item22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24.xml"/></Relationships>
</file>

<file path=customXml/_rels/item22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25.xml"/></Relationships>
</file>

<file path=customXml/_rels/item22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26.xml"/></Relationships>
</file>

<file path=customXml/_rels/item22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27.xml"/></Relationships>
</file>

<file path=customXml/_rels/item22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28.xml"/></Relationships>
</file>

<file path=customXml/_rels/item22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29.xml"/></Relationships>
</file>

<file path=customXml/_rels/item23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30.xml"/></Relationships>
</file>

<file path=customXml/_rels/item23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31.xml"/></Relationships>
</file>

<file path=customXml/_rels/item23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32.xml"/></Relationships>
</file>

<file path=customXml/_rels/item23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33.xml"/></Relationships>
</file>

<file path=customXml/_rels/item23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34.xml"/></Relationships>
</file>

<file path=customXml/_rels/item23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35.xml"/></Relationships>
</file>

<file path=customXml/_rels/item23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36.xml"/></Relationships>
</file>

<file path=customXml/_rels/item23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37.xml"/></Relationships>
</file>

<file path=customXml/_rels/item23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38.xml"/></Relationships>
</file>

<file path=customXml/_rels/item23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39.xml"/></Relationships>
</file>

<file path=customXml/_rels/item24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40.xml"/></Relationships>
</file>

<file path=customXml/_rels/item24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41.xml"/></Relationships>
</file>

<file path=customXml/_rels/item24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42.xml"/></Relationships>
</file>

<file path=customXml/_rels/item24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43.xml"/></Relationships>
</file>

<file path=customXml/_rels/item24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44.xml"/></Relationships>
</file>

<file path=customXml/_rels/item24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45.xml"/></Relationships>
</file>

<file path=customXml/_rels/item24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46.xml"/></Relationships>
</file>

<file path=customXml/_rels/item24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47.xml"/></Relationships>
</file>

<file path=customXml/_rels/item24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48.xml"/></Relationships>
</file>

<file path=customXml/_rels/item24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49.xml"/></Relationships>
</file>

<file path=customXml/_rels/item25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50.xml"/></Relationships>
</file>

<file path=customXml/_rels/item25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51.xml"/></Relationships>
</file>

<file path=customXml/_rels/item25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52.xml"/></Relationships>
</file>

<file path=customXml/_rels/item25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53.xml"/></Relationships>
</file>

<file path=customXml/_rels/item25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54.xml"/></Relationships>
</file>

<file path=customXml/_rels/item25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55.xml"/></Relationships>
</file>

<file path=customXml/_rels/item25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56.xml"/></Relationships>
</file>

<file path=customXml/_rels/item25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57.xml"/></Relationships>
</file>

<file path=customXml/_rels/item25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58.xml"/></Relationships>
</file>

<file path=customXml/_rels/item25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59.xml"/></Relationships>
</file>

<file path=customXml/_rels/item26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60.xml"/></Relationships>
</file>

<file path=customXml/item1.xml><?xml version="1.0" encoding="utf-8"?>
<Control xmlns="http://schemas.microsoft.com/VisualStudio/2011/storyboarding/control">
  <Id Name="6afb9c97-048d-47e6-b477-6346796a5f69" Revision="1" Stencil="System.MyShapes" StencilVersion="1.0"/>
</Control>
</file>

<file path=customXml/item2.xml><?xml version="1.0" encoding="utf-8"?>
<Control xmlns="http://schemas.microsoft.com/VisualStudio/2011/storyboarding/control">
  <Id Name="8b0a7cfb-880b-4f95-b7bd-3c0068967a34" Revision="1" Stencil="System.MyShapes" StencilVersion="1.0"/>
</Control>
</file>

<file path=customXml/item3.xml><?xml version="1.0" encoding="utf-8"?>
<Control xmlns="http://schemas.microsoft.com/VisualStudio/2011/storyboarding/control">
  <Id Name="d98e5846-eb84-45a5-ad99-f573dfacb019" Revision="1" Stencil="System.MyShapes" StencilVersion="1.0"/>
</Control>
</file>

<file path=customXml/item4.xml><?xml version="1.0" encoding="utf-8"?>
<Control xmlns="http://schemas.microsoft.com/VisualStudio/2011/storyboarding/control">
  <Id Name="a58905e3-49bc-4e73-a41c-5ff94b62322a" Revision="1" Stencil="System.MyShapes" StencilVersion="1.0"/>
</Control>
</file>

<file path=customXml/item5.xml><?xml version="1.0" encoding="utf-8"?>
<Control xmlns="http://schemas.microsoft.com/VisualStudio/2011/storyboarding/control">
  <Id Name="8b0a7cfb-880b-4f95-b7bd-3c0068967a34" Revision="1" Stencil="System.MyShapes" StencilVersion="1.0"/>
</Control>
</file>

<file path=customXml/item6.xml><?xml version="1.0" encoding="utf-8"?>
<Control xmlns="http://schemas.microsoft.com/VisualStudio/2011/storyboarding/control">
  <Id Name="d98e5846-eb84-45a5-ad99-f573dfacb019" Revision="1" Stencil="System.MyShapes" StencilVersion="1.0"/>
</Control>
</file>

<file path=customXml/item7.xml><?xml version="1.0" encoding="utf-8"?>
<Control xmlns="http://schemas.microsoft.com/VisualStudio/2011/storyboarding/control">
  <Id Name="d482a5dc-5de4-4cf6-a910-eb44bfa6e9a4" Revision="1" Stencil="7746dd87-5966-4527-8973-eb23703d2dc8" StencilVersion="1.0"/>
</Control>
</file>

<file path=customXml/item8.xml><?xml version="1.0" encoding="utf-8"?>
<Control xmlns="http://schemas.microsoft.com/VisualStudio/2011/storyboarding/control">
  <Id Name="d98e5846-eb84-45a5-ad99-f573dfacb019" Revision="1" Stencil="System.MyShapes" StencilVersion="1.0"/>
</Control>
</file>

<file path=customXml/item9.xml><?xml version="1.0" encoding="utf-8"?>
<Control xmlns="http://schemas.microsoft.com/VisualStudio/2011/storyboarding/control">
  <Id Name="6afb9c97-048d-47e6-b477-6346796a5f69" Revision="1" Stencil="System.MyShapes" StencilVersion="1.0"/>
</Control>
</file>

<file path=customXml/item10.xml><?xml version="1.0" encoding="utf-8"?>
<Control xmlns="http://schemas.microsoft.com/VisualStudio/2011/storyboarding/control">
  <Id Name="6afb9c97-048d-47e6-b477-6346796a5f69" Revision="1" Stencil="System.MyShapes" StencilVersion="1.0"/>
</Control>
</file>

<file path=customXml/item11.xml><?xml version="1.0" encoding="utf-8"?>
<Control xmlns="http://schemas.microsoft.com/VisualStudio/2011/storyboarding/control">
  <Id Name="a58905e3-49bc-4e73-a41c-5ff94b62322a" Revision="1" Stencil="System.MyShapes" StencilVersion="1.0"/>
</Control>
</file>

<file path=customXml/item12.xml><?xml version="1.0" encoding="utf-8"?>
<Control xmlns="http://schemas.microsoft.com/VisualStudio/2011/storyboarding/control">
  <Id Name="5b929a6d-a7de-4216-8c95-77223a8af7c7" Revision="1" Stencil="System.MyShapes" StencilVersion="1.0"/>
</Control>
</file>

<file path=customXml/item13.xml><?xml version="1.0" encoding="utf-8"?>
<Control xmlns="http://schemas.microsoft.com/VisualStudio/2011/storyboarding/control">
  <Id Name="6afb9c97-048d-47e6-b477-6346796a5f69" Revision="1" Stencil="System.MyShapes" StencilVersion="1.0"/>
</Control>
</file>

<file path=customXml/item14.xml><?xml version="1.0" encoding="utf-8"?>
<Control xmlns="http://schemas.microsoft.com/VisualStudio/2011/storyboarding/control">
  <Id Name="6afb9c97-048d-47e6-b477-6346796a5f69" Revision="1" Stencil="System.MyShapes" StencilVersion="1.0"/>
</Control>
</file>

<file path=customXml/item15.xml><?xml version="1.0" encoding="utf-8"?>
<Control xmlns="http://schemas.microsoft.com/VisualStudio/2011/storyboarding/control">
  <Id Name="6afb9c97-048d-47e6-b477-6346796a5f69" Revision="1" Stencil="System.MyShapes" StencilVersion="1.0"/>
</Control>
</file>

<file path=customXml/item16.xml><?xml version="1.0" encoding="utf-8"?>
<Control xmlns="http://schemas.microsoft.com/VisualStudio/2011/storyboarding/control">
  <Id Name="a58905e3-49bc-4e73-a41c-5ff94b62322a" Revision="1" Stencil="System.MyShapes" StencilVersion="1.0"/>
</Control>
</file>

<file path=customXml/item17.xml><?xml version="1.0" encoding="utf-8"?>
<Control xmlns="http://schemas.microsoft.com/VisualStudio/2011/storyboarding/control">
  <Id Name="6afb9c97-048d-47e6-b477-6346796a5f69" Revision="1" Stencil="System.MyShapes" StencilVersion="1.0"/>
</Control>
</file>

<file path=customXml/item18.xml><?xml version="1.0" encoding="utf-8"?>
<Control xmlns="http://schemas.microsoft.com/VisualStudio/2011/storyboarding/control">
  <Id Name="d98e5846-eb84-45a5-ad99-f573dfacb019" Revision="1" Stencil="7746dd87-5966-4527-8973-eb23703d2dc8" StencilVersion="1.0"/>
</Control>
</file>

<file path=customXml/item19.xml><?xml version="1.0" encoding="utf-8"?>
<Control xmlns="http://schemas.microsoft.com/VisualStudio/2011/storyboarding/control">
  <Id Name="d98e5846-eb84-45a5-ad99-f573dfacb019" Revision="1" Stencil="System.MyShapes" StencilVersion="1.0"/>
</Control>
</file>

<file path=customXml/item20.xml><?xml version="1.0" encoding="utf-8"?>
<Control xmlns="http://schemas.microsoft.com/VisualStudio/2011/storyboarding/control">
  <Id Name="8b0a7cfb-880b-4f95-b7bd-3c0068967a34" Revision="1" Stencil="System.MyShapes" StencilVersion="1.0"/>
</Control>
</file>

<file path=customXml/item21.xml><?xml version="1.0" encoding="utf-8"?>
<Control xmlns="http://schemas.microsoft.com/VisualStudio/2011/storyboarding/control">
  <Id Name="614d8fe0-96ad-40a5-bfe4-5640b23ea7ca" Revision="1" Stencil="System.MyShapes" StencilVersion="1.0"/>
</Control>
</file>

<file path=customXml/item22.xml><?xml version="1.0" encoding="utf-8"?>
<Control xmlns="http://schemas.microsoft.com/VisualStudio/2011/storyboarding/control">
  <Id Name="6afb9c97-048d-47e6-b477-6346796a5f69" Revision="1" Stencil="System.MyShapes" StencilVersion="1.0"/>
</Control>
</file>

<file path=customXml/item23.xml><?xml version="1.0" encoding="utf-8"?>
<Control xmlns="http://schemas.microsoft.com/VisualStudio/2011/storyboarding/control">
  <Id Name="614d8fe0-96ad-40a5-bfe4-5640b23ea7ca" Revision="1" Stencil="System.MyShapes" StencilVersion="1.0"/>
</Control>
</file>

<file path=customXml/item24.xml><?xml version="1.0" encoding="utf-8"?>
<Control xmlns="http://schemas.microsoft.com/VisualStudio/2011/storyboarding/control">
  <Id Name="8b0a7cfb-880b-4f95-b7bd-3c0068967a34" Revision="1" Stencil="System.MyShapes" StencilVersion="1.0"/>
</Control>
</file>

<file path=customXml/item25.xml><?xml version="1.0" encoding="utf-8"?>
<Control xmlns="http://schemas.microsoft.com/VisualStudio/2011/storyboarding/control">
  <Id Name="6afb9c97-048d-47e6-b477-6346796a5f69" Revision="1" Stencil="System.MyShapes" StencilVersion="1.0"/>
</Control>
</file>

<file path=customXml/item26.xml><?xml version="1.0" encoding="utf-8"?>
<Control xmlns="http://schemas.microsoft.com/VisualStudio/2011/storyboarding/control">
  <Id Name="8b0a7cfb-880b-4f95-b7bd-3c0068967a34" Revision="1" Stencil="System.MyShapes" StencilVersion="1.0"/>
</Control>
</file>

<file path=customXml/item27.xml><?xml version="1.0" encoding="utf-8"?>
<Control xmlns="http://schemas.microsoft.com/VisualStudio/2011/storyboarding/control">
  <Id Name="6afb9c97-048d-47e6-b477-6346796a5f69" Revision="1" Stencil="System.MyShapes" StencilVersion="1.0"/>
</Control>
</file>

<file path=customXml/item28.xml><?xml version="1.0" encoding="utf-8"?>
<Control xmlns="http://schemas.microsoft.com/VisualStudio/2011/storyboarding/control">
  <Id Name="614d8fe0-96ad-40a5-bfe4-5640b23ea7ca" Revision="1" Stencil="System.MyShapes" StencilVersion="1.0"/>
</Control>
</file>

<file path=customXml/item29.xml><?xml version="1.0" encoding="utf-8"?>
<Control xmlns="http://schemas.microsoft.com/VisualStudio/2011/storyboarding/control">
  <Id Name="614d8fe0-96ad-40a5-bfe4-5640b23ea7ca" Revision="1" Stencil="System.MyShapes" StencilVersion="1.0"/>
</Control>
</file>

<file path=customXml/item30.xml><?xml version="1.0" encoding="utf-8"?>
<Control xmlns="http://schemas.microsoft.com/VisualStudio/2011/storyboarding/control">
  <Id Name="6afb9c97-048d-47e6-b477-6346796a5f69" Revision="1" Stencil="System.MyShapes" StencilVersion="1.0"/>
</Control>
</file>

<file path=customXml/item31.xml><?xml version="1.0" encoding="utf-8"?>
<Control xmlns="http://schemas.microsoft.com/VisualStudio/2011/storyboarding/control">
  <Id Name="d98e5846-eb84-45a5-ad99-f573dfacb019" Revision="1" Stencil="7746dd87-5966-4527-8973-eb23703d2dc8" StencilVersion="1.0"/>
</Control>
</file>

<file path=customXml/item32.xml><?xml version="1.0" encoding="utf-8"?>
<Control xmlns="http://schemas.microsoft.com/VisualStudio/2011/storyboarding/control">
  <Id Name="d98e5846-eb84-45a5-ad99-f573dfacb019" Revision="1" Stencil="System.MyShapes" StencilVersion="1.0"/>
</Control>
</file>

<file path=customXml/item33.xml><?xml version="1.0" encoding="utf-8"?>
<Control xmlns="http://schemas.microsoft.com/VisualStudio/2011/storyboarding/control">
  <Id Name="8b0a7cfb-880b-4f95-b7bd-3c0068967a34" Revision="1" Stencil="System.MyShapes" StencilVersion="1.0"/>
</Control>
</file>

<file path=customXml/item34.xml><?xml version="1.0" encoding="utf-8"?>
<Control xmlns="http://schemas.microsoft.com/VisualStudio/2011/storyboarding/control">
  <Id Name="6afb9c97-048d-47e6-b477-6346796a5f69" Revision="1" Stencil="System.MyShapes" StencilVersion="1.0"/>
</Control>
</file>

<file path=customXml/item35.xml><?xml version="1.0" encoding="utf-8"?>
<Control xmlns="http://schemas.microsoft.com/VisualStudio/2011/storyboarding/control">
  <Id Name="a58905e3-49bc-4e73-a41c-5ff94b62322a" Revision="1" Stencil="System.MyShapes" StencilVersion="1.0"/>
</Control>
</file>

<file path=customXml/item36.xml><?xml version="1.0" encoding="utf-8"?>
<Control xmlns="http://schemas.microsoft.com/VisualStudio/2011/storyboarding/control">
  <Id Name="a58905e3-49bc-4e73-a41c-5ff94b62322a" Revision="1" Stencil="System.MyShapes" StencilVersion="1.0"/>
</Control>
</file>

<file path=customXml/item37.xml><?xml version="1.0" encoding="utf-8"?>
<Control xmlns="http://schemas.microsoft.com/VisualStudio/2011/storyboarding/control">
  <Id Name="a58905e3-49bc-4e73-a41c-5ff94b62322a" Revision="1" Stencil="System.MyShapes" StencilVersion="1.0"/>
</Control>
</file>

<file path=customXml/item38.xml><?xml version="1.0" encoding="utf-8"?>
<Control xmlns="http://schemas.microsoft.com/VisualStudio/2011/storyboarding/control">
  <Id Name="8b0a7cfb-880b-4f95-b7bd-3c0068967a34" Revision="1" Stencil="System.MyShapes" StencilVersion="1.0"/>
</Control>
</file>

<file path=customXml/item39.xml><?xml version="1.0" encoding="utf-8"?>
<Control xmlns="http://schemas.microsoft.com/VisualStudio/2011/storyboarding/control">
  <Id Name="d482a5dc-5de4-4cf6-a910-eb44bfa6e9a4" Revision="1" Stencil="System.MyShapes" StencilVersion="1.0"/>
</Control>
</file>

<file path=customXml/item40.xml><?xml version="1.0" encoding="utf-8"?>
<Control xmlns="http://schemas.microsoft.com/VisualStudio/2011/storyboarding/control">
  <Id Name="d482a5dc-5de4-4cf6-a910-eb44bfa6e9a4" Revision="1" Stencil="7746dd87-5966-4527-8973-eb23703d2dc8" StencilVersion="1.0"/>
</Control>
</file>

<file path=customXml/item41.xml><?xml version="1.0" encoding="utf-8"?>
<Control xmlns="http://schemas.microsoft.com/VisualStudio/2011/storyboarding/control">
  <Id Name="6afb9c97-048d-47e6-b477-6346796a5f69" Revision="1" Stencil="System.MyShapes" StencilVersion="1.0"/>
</Control>
</file>

<file path=customXml/item42.xml><?xml version="1.0" encoding="utf-8"?>
<Control xmlns="http://schemas.microsoft.com/VisualStudio/2011/storyboarding/control">
  <Id Name="a58905e3-49bc-4e73-a41c-5ff94b62322a" Revision="1" Stencil="System.MyShapes" StencilVersion="1.0"/>
</Control>
</file>

<file path=customXml/item43.xml><?xml version="1.0" encoding="utf-8"?>
<Control xmlns="http://schemas.microsoft.com/VisualStudio/2011/storyboarding/control">
  <Id Name="6afb9c97-048d-47e6-b477-6346796a5f69" Revision="1" Stencil="System.MyShapes" StencilVersion="1.0"/>
</Control>
</file>

<file path=customXml/item44.xml><?xml version="1.0" encoding="utf-8"?>
<Control xmlns="http://schemas.microsoft.com/VisualStudio/2011/storyboarding/control">
  <Id Name="6afb9c97-048d-47e6-b477-6346796a5f69" Revision="1" Stencil="System.MyShapes" StencilVersion="1.0"/>
</Control>
</file>

<file path=customXml/item45.xml><?xml version="1.0" encoding="utf-8"?>
<Control xmlns="http://schemas.microsoft.com/VisualStudio/2011/storyboarding/control">
  <Id Name="8b0a7cfb-880b-4f95-b7bd-3c0068967a34" Revision="1" Stencil="System.MyShapes" StencilVersion="1.0"/>
</Control>
</file>

<file path=customXml/item46.xml><?xml version="1.0" encoding="utf-8"?>
<Control xmlns="http://schemas.microsoft.com/VisualStudio/2011/storyboarding/control">
  <Id Name="6afb9c97-048d-47e6-b477-6346796a5f69" Revision="1" Stencil="System.MyShapes" StencilVersion="1.0"/>
</Control>
</file>

<file path=customXml/item47.xml><?xml version="1.0" encoding="utf-8"?>
<Control xmlns="http://schemas.microsoft.com/VisualStudio/2011/storyboarding/control">
  <Id Name="6afb9c97-048d-47e6-b477-6346796a5f69" Revision="1" Stencil="System.MyShapes" StencilVersion="1.0"/>
</Control>
</file>

<file path=customXml/item48.xml><?xml version="1.0" encoding="utf-8"?>
<Control xmlns="http://schemas.microsoft.com/VisualStudio/2011/storyboarding/control">
  <Id Name="6afb9c97-048d-47e6-b477-6346796a5f69" Revision="1" Stencil="System.MyShapes" StencilVersion="1.0"/>
</Control>
</file>

<file path=customXml/item49.xml><?xml version="1.0" encoding="utf-8"?>
<Control xmlns="http://schemas.microsoft.com/VisualStudio/2011/storyboarding/control">
  <Id Name="d98e5846-eb84-45a5-ad99-f573dfacb019" Revision="1" Stencil="System.MyShapes" StencilVersion="1.0"/>
</Control>
</file>

<file path=customXml/item50.xml><?xml version="1.0" encoding="utf-8"?>
<Control xmlns="http://schemas.microsoft.com/VisualStudio/2011/storyboarding/control">
  <Id Name="8b0a7cfb-880b-4f95-b7bd-3c0068967a34" Revision="1" Stencil="System.MyShapes" StencilVersion="1.0"/>
</Control>
</file>

<file path=customXml/item51.xml><?xml version="1.0" encoding="utf-8"?>
<Control xmlns="http://schemas.microsoft.com/VisualStudio/2011/storyboarding/control">
  <Id Name="a58905e3-49bc-4e73-a41c-5ff94b62322a" Revision="1" Stencil="System.MyShapes" StencilVersion="1.0"/>
</Control>
</file>

<file path=customXml/item52.xml><?xml version="1.0" encoding="utf-8"?>
<Control xmlns="http://schemas.microsoft.com/VisualStudio/2011/storyboarding/control">
  <Id Name="d98e5846-eb84-45a5-ad99-f573dfacb019" Revision="1" Stencil="System.MyShapes" StencilVersion="1.0"/>
</Control>
</file>

<file path=customXml/item53.xml><?xml version="1.0" encoding="utf-8"?>
<Control xmlns="http://schemas.microsoft.com/VisualStudio/2011/storyboarding/control">
  <Id Name="6afb9c97-048d-47e6-b477-6346796a5f69" Revision="1" Stencil="System.MyShapes" StencilVersion="1.0"/>
</Control>
</file>

<file path=customXml/item54.xml><?xml version="1.0" encoding="utf-8"?>
<Control xmlns="http://schemas.microsoft.com/VisualStudio/2011/storyboarding/control">
  <Id Name="a58905e3-49bc-4e73-a41c-5ff94b62322a" Revision="1" Stencil="System.MyShapes" StencilVersion="1.0"/>
</Control>
</file>

<file path=customXml/item55.xml><?xml version="1.0" encoding="utf-8"?>
<Control xmlns="http://schemas.microsoft.com/VisualStudio/2011/storyboarding/control">
  <Id Name="6afb9c97-048d-47e6-b477-6346796a5f69" Revision="1" Stencil="System.MyShapes" StencilVersion="1.0"/>
</Control>
</file>

<file path=customXml/item56.xml><?xml version="1.0" encoding="utf-8"?>
<Control xmlns="http://schemas.microsoft.com/VisualStudio/2011/storyboarding/control">
  <Id Name="6afb9c97-048d-47e6-b477-6346796a5f69" Revision="1" Stencil="System.MyShapes" StencilVersion="1.0"/>
</Control>
</file>

<file path=customXml/item57.xml><?xml version="1.0" encoding="utf-8"?>
<Control xmlns="http://schemas.microsoft.com/VisualStudio/2011/storyboarding/control">
  <Id Name="5b929a6d-a7de-4216-8c95-77223a8af7c7" Revision="1" Stencil="System.MyShapes" StencilVersion="1.0"/>
</Control>
</file>

<file path=customXml/item58.xml><?xml version="1.0" encoding="utf-8"?>
<Control xmlns="http://schemas.microsoft.com/VisualStudio/2011/storyboarding/control">
  <Id Name="a58905e3-49bc-4e73-a41c-5ff94b62322a" Revision="1" Stencil="System.MyShapes" StencilVersion="1.0"/>
</Control>
</file>

<file path=customXml/item59.xml><?xml version="1.0" encoding="utf-8"?>
<Control xmlns="http://schemas.microsoft.com/VisualStudio/2011/storyboarding/control">
  <Id Name="614d8fe0-96ad-40a5-bfe4-5640b23ea7ca" Revision="1" Stencil="System.MyShapes" StencilVersion="1.0"/>
</Control>
</file>

<file path=customXml/item60.xml><?xml version="1.0" encoding="utf-8"?>
<Control xmlns="http://schemas.microsoft.com/VisualStudio/2011/storyboarding/control">
  <Id Name="614d8fe0-96ad-40a5-bfe4-5640b23ea7ca" Revision="1" Stencil="System.MyShapes" StencilVersion="1.0"/>
</Control>
</file>

<file path=customXml/item61.xml><?xml version="1.0" encoding="utf-8"?>
<Control xmlns="http://schemas.microsoft.com/VisualStudio/2011/storyboarding/control">
  <Id Name="8b0a7cfb-880b-4f95-b7bd-3c0068967a34" Revision="1" Stencil="System.MyShapes" StencilVersion="1.0"/>
</Control>
</file>

<file path=customXml/item62.xml><?xml version="1.0" encoding="utf-8"?>
<Control xmlns="http://schemas.microsoft.com/VisualStudio/2011/storyboarding/control">
  <Id Name="614d8fe0-96ad-40a5-bfe4-5640b23ea7ca" Revision="1" Stencil="System.MyShapes" StencilVersion="1.0"/>
</Control>
</file>

<file path=customXml/item63.xml><?xml version="1.0" encoding="utf-8"?>
<Control xmlns="http://schemas.microsoft.com/VisualStudio/2011/storyboarding/control">
  <Id Name="d482a5dc-5de4-4cf6-a910-eb44bfa6e9a4" Revision="1" Stencil="System.MyShapes" StencilVersion="1.0"/>
</Control>
</file>

<file path=customXml/item64.xml><?xml version="1.0" encoding="utf-8"?>
<Control xmlns="http://schemas.microsoft.com/VisualStudio/2011/storyboarding/control">
  <Id Name="6afb9c97-048d-47e6-b477-6346796a5f69" Revision="1" Stencil="System.MyShapes" StencilVersion="1.0"/>
</Control>
</file>

<file path=customXml/item65.xml><?xml version="1.0" encoding="utf-8"?>
<Control xmlns="http://schemas.microsoft.com/VisualStudio/2011/storyboarding/control">
  <Id Name="6afb9c97-048d-47e6-b477-6346796a5f69" Revision="1" Stencil="System.MyShapes" StencilVersion="1.0"/>
</Control>
</file>

<file path=customXml/item66.xml><?xml version="1.0" encoding="utf-8"?>
<Control xmlns="http://schemas.microsoft.com/VisualStudio/2011/storyboarding/control">
  <Id Name="d98e5846-eb84-45a5-ad99-f573dfacb019" Revision="1" Stencil="System.MyShapes" StencilVersion="1.0"/>
</Control>
</file>

<file path=customXml/item67.xml><?xml version="1.0" encoding="utf-8"?>
<Control xmlns="http://schemas.microsoft.com/VisualStudio/2011/storyboarding/control">
  <Id Name="d98e5846-eb84-45a5-ad99-f573dfacb019" Revision="1" Stencil="System.MyShapes" StencilVersion="1.0"/>
</Control>
</file>

<file path=customXml/item68.xml><?xml version="1.0" encoding="utf-8"?>
<Control xmlns="http://schemas.microsoft.com/VisualStudio/2011/storyboarding/control">
  <Id Name="6afb9c97-048d-47e6-b477-6346796a5f69" Revision="1" Stencil="System.MyShapes" StencilVersion="1.0"/>
</Control>
</file>

<file path=customXml/item69.xml><?xml version="1.0" encoding="utf-8"?>
<Control xmlns="http://schemas.microsoft.com/VisualStudio/2011/storyboarding/control">
  <Id Name="6afb9c97-048d-47e6-b477-6346796a5f69" Revision="1" Stencil="System.MyShapes" StencilVersion="1.0"/>
</Control>
</file>

<file path=customXml/item70.xml><?xml version="1.0" encoding="utf-8"?>
<Control xmlns="http://schemas.microsoft.com/VisualStudio/2011/storyboarding/control">
  <Id Name="d482a5dc-5de4-4cf6-a910-eb44bfa6e9a4" Revision="1" Stencil="System.MyShapes" StencilVersion="1.0"/>
</Control>
</file>

<file path=customXml/item71.xml><?xml version="1.0" encoding="utf-8"?>
<Control xmlns="http://schemas.microsoft.com/VisualStudio/2011/storyboarding/control">
  <Id Name="d98e5846-eb84-45a5-ad99-f573dfacb019" Revision="1" Stencil="System.MyShapes" StencilVersion="1.0"/>
</Control>
</file>

<file path=customXml/item72.xml><?xml version="1.0" encoding="utf-8"?>
<Control xmlns="http://schemas.microsoft.com/VisualStudio/2011/storyboarding/control">
  <Id Name="d482a5dc-5de4-4cf6-a910-eb44bfa6e9a4" Revision="1" Stencil="System.MyShapes" StencilVersion="1.0"/>
</Control>
</file>

<file path=customXml/item73.xml><?xml version="1.0" encoding="utf-8"?>
<Control xmlns="http://schemas.microsoft.com/VisualStudio/2011/storyboarding/control">
  <Id Name="6afb9c97-048d-47e6-b477-6346796a5f69" Revision="1" Stencil="System.MyShapes" StencilVersion="1.0"/>
</Control>
</file>

<file path=customXml/item74.xml><?xml version="1.0" encoding="utf-8"?>
<Control xmlns="http://schemas.microsoft.com/VisualStudio/2011/storyboarding/control">
  <Id Name="d98e5846-eb84-45a5-ad99-f573dfacb019" Revision="1" Stencil="System.MyShapes" StencilVersion="1.0"/>
</Control>
</file>

<file path=customXml/item75.xml><?xml version="1.0" encoding="utf-8"?>
<Control xmlns="http://schemas.microsoft.com/VisualStudio/2011/storyboarding/control">
  <Id Name="6afb9c97-048d-47e6-b477-6346796a5f69" Revision="1" Stencil="System.MyShapes" StencilVersion="1.0"/>
</Control>
</file>

<file path=customXml/item76.xml><?xml version="1.0" encoding="utf-8"?>
<Control xmlns="http://schemas.microsoft.com/VisualStudio/2011/storyboarding/control">
  <Id Name="5b929a6d-a7de-4216-8c95-77223a8af7c7" Revision="1" Stencil="System.MyShapes" StencilVersion="1.0"/>
</Control>
</file>

<file path=customXml/item77.xml><?xml version="1.0" encoding="utf-8"?>
<Control xmlns="http://schemas.microsoft.com/VisualStudio/2011/storyboarding/control">
  <Id Name="a58905e3-49bc-4e73-a41c-5ff94b62322a" Revision="1" Stencil="System.MyShapes" StencilVersion="1.0"/>
</Control>
</file>

<file path=customXml/item78.xml><?xml version="1.0" encoding="utf-8"?>
<Control xmlns="http://schemas.microsoft.com/VisualStudio/2011/storyboarding/control">
  <Id Name="a58905e3-49bc-4e73-a41c-5ff94b62322a" Revision="1" Stencil="System.MyShapes" StencilVersion="1.0"/>
</Control>
</file>

<file path=customXml/item79.xml><?xml version="1.0" encoding="utf-8"?>
<Control xmlns="http://schemas.microsoft.com/VisualStudio/2011/storyboarding/control">
  <Id Name="6afb9c97-048d-47e6-b477-6346796a5f69" Revision="1" Stencil="System.MyShapes" StencilVersion="1.0"/>
</Control>
</file>

<file path=customXml/item80.xml><?xml version="1.0" encoding="utf-8"?>
<Control xmlns="http://schemas.microsoft.com/VisualStudio/2011/storyboarding/control">
  <Id Name="6afb9c97-048d-47e6-b477-6346796a5f69" Revision="1" Stencil="System.MyShapes" StencilVersion="1.0"/>
</Control>
</file>

<file path=customXml/item81.xml><?xml version="1.0" encoding="utf-8"?>
<Control xmlns="http://schemas.microsoft.com/VisualStudio/2011/storyboarding/control">
  <Id Name="d98e5846-eb84-45a5-ad99-f573dfacb019" Revision="1" Stencil="7746dd87-5966-4527-8973-eb23703d2dc8" StencilVersion="1.0"/>
</Control>
</file>

<file path=customXml/item82.xml><?xml version="1.0" encoding="utf-8"?>
<Control xmlns="http://schemas.microsoft.com/VisualStudio/2011/storyboarding/control">
  <Id Name="d482a5dc-5de4-4cf6-a910-eb44bfa6e9a4" Revision="1" Stencil="System.MyShapes" StencilVersion="1.0"/>
</Control>
</file>

<file path=customXml/item83.xml><?xml version="1.0" encoding="utf-8"?>
<Control xmlns="http://schemas.microsoft.com/VisualStudio/2011/storyboarding/control">
  <Id Name="8b0a7cfb-880b-4f95-b7bd-3c0068967a34" Revision="1" Stencil="System.MyShapes" StencilVersion="1.0"/>
</Control>
</file>

<file path=customXml/item84.xml><?xml version="1.0" encoding="utf-8"?>
<Control xmlns="http://schemas.microsoft.com/VisualStudio/2011/storyboarding/control">
  <Id Name="d98e5846-eb84-45a5-ad99-f573dfacb019" Revision="1" Stencil="System.MyShapes" StencilVersion="1.0"/>
</Control>
</file>

<file path=customXml/item85.xml><?xml version="1.0" encoding="utf-8"?>
<Control xmlns="http://schemas.microsoft.com/VisualStudio/2011/storyboarding/control">
  <Id Name="8b0a7cfb-880b-4f95-b7bd-3c0068967a34" Revision="1" Stencil="System.MyShapes" StencilVersion="1.0"/>
</Control>
</file>

<file path=customXml/item86.xml><?xml version="1.0" encoding="utf-8"?>
<Control xmlns="http://schemas.microsoft.com/VisualStudio/2011/storyboarding/control">
  <Id Name="d98e5846-eb84-45a5-ad99-f573dfacb019" Revision="1" Stencil="7746dd87-5966-4527-8973-eb23703d2dc8" StencilVersion="1.0"/>
</Control>
</file>

<file path=customXml/item87.xml><?xml version="1.0" encoding="utf-8"?>
<Control xmlns="http://schemas.microsoft.com/VisualStudio/2011/storyboarding/control">
  <Id Name="d482a5dc-5de4-4cf6-a910-eb44bfa6e9a4" Revision="1" Stencil="System.MyShapes" StencilVersion="1.0"/>
</Control>
</file>

<file path=customXml/item88.xml><?xml version="1.0" encoding="utf-8"?>
<Control xmlns="http://schemas.microsoft.com/VisualStudio/2011/storyboarding/control">
  <Id Name="d482a5dc-5de4-4cf6-a910-eb44bfa6e9a4" Revision="1" Stencil="System.MyShapes" StencilVersion="1.0"/>
</Control>
</file>

<file path=customXml/item89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803B72E3447A349A65C6C0D016EA6C6" ma:contentTypeVersion="3" ma:contentTypeDescription="Create a new document." ma:contentTypeScope="" ma:versionID="46d7fcff38035f13f02c6600e6880a3c">
  <xsd:schema xmlns:xsd="http://www.w3.org/2001/XMLSchema" xmlns:xs="http://www.w3.org/2001/XMLSchema" xmlns:p="http://schemas.microsoft.com/office/2006/metadata/properties" xmlns:ns2="660de10a-583e-488b-94d8-146e8450a4be" targetNamespace="http://schemas.microsoft.com/office/2006/metadata/properties" ma:root="true" ma:fieldsID="5a3e7c56c32aaf1299987b1f1c8b5bb0" ns2:_="">
    <xsd:import namespace="660de10a-583e-488b-94d8-146e8450a4be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ingHintHash" minOccurs="0"/>
                <xsd:element ref="ns2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60de10a-583e-488b-94d8-146e8450a4be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ingHintHash" ma:index="9" nillable="true" ma:displayName="Sharing Hint Hash" ma:internalName="SharingHintHash" ma:readOnly="true">
      <xsd:simpleType>
        <xsd:restriction base="dms:Text"/>
      </xsd:simpleType>
    </xsd:element>
    <xsd:element name="SharedWithDetails" ma:index="1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90.xml><?xml version="1.0" encoding="utf-8"?>
<Control xmlns="http://schemas.microsoft.com/VisualStudio/2011/storyboarding/control">
  <Id Name="6afb9c97-048d-47e6-b477-6346796a5f69" Revision="1" Stencil="System.MyShapes" StencilVersion="1.0"/>
</Control>
</file>

<file path=customXml/item91.xml><?xml version="1.0" encoding="utf-8"?>
<Control xmlns="http://schemas.microsoft.com/VisualStudio/2011/storyboarding/control">
  <Id Name="6afb9c97-048d-47e6-b477-6346796a5f69" Revision="1" Stencil="System.MyShapes" StencilVersion="1.0"/>
</Control>
</file>

<file path=customXml/item92.xml><?xml version="1.0" encoding="utf-8"?>
<Control xmlns="http://schemas.microsoft.com/VisualStudio/2011/storyboarding/control">
  <Id Name="6afb9c97-048d-47e6-b477-6346796a5f69" Revision="1" Stencil="System.MyShapes" StencilVersion="1.0"/>
</Control>
</file>

<file path=customXml/item93.xml><?xml version="1.0" encoding="utf-8"?>
<Control xmlns="http://schemas.microsoft.com/VisualStudio/2011/storyboarding/control">
  <Id Name="8b0a7cfb-880b-4f95-b7bd-3c0068967a34" Revision="1" Stencil="System.MyShapes" StencilVersion="1.0"/>
</Control>
</file>

<file path=customXml/item94.xml><?xml version="1.0" encoding="utf-8"?>
<Control xmlns="http://schemas.microsoft.com/VisualStudio/2011/storyboarding/control">
  <Id Name="a58905e3-49bc-4e73-a41c-5ff94b62322a" Revision="1" Stencil="System.MyShapes" StencilVersion="1.0"/>
</Control>
</file>

<file path=customXml/item95.xml><?xml version="1.0" encoding="utf-8"?>
<Control xmlns="http://schemas.microsoft.com/VisualStudio/2011/storyboarding/control">
  <Id Name="d98e5846-eb84-45a5-ad99-f573dfacb019" Revision="1" Stencil="7746dd87-5966-4527-8973-eb23703d2dc8" StencilVersion="1.0"/>
</Control>
</file>

<file path=customXml/item96.xml><?xml version="1.0" encoding="utf-8"?>
<Control xmlns="http://schemas.microsoft.com/VisualStudio/2011/storyboarding/control">
  <Id Name="d482a5dc-5de4-4cf6-a910-eb44bfa6e9a4" Revision="1" Stencil="System.MyShapes" StencilVersion="1.0"/>
</Control>
</file>

<file path=customXml/item97.xml><?xml version="1.0" encoding="utf-8"?>
<Control xmlns="http://schemas.microsoft.com/VisualStudio/2011/storyboarding/control">
  <Id Name="6afb9c97-048d-47e6-b477-6346796a5f69" Revision="1" Stencil="System.MyShapes" StencilVersion="1.0"/>
</Control>
</file>

<file path=customXml/item98.xml><?xml version="1.0" encoding="utf-8"?>
<Control xmlns="http://schemas.microsoft.com/VisualStudio/2011/storyboarding/control">
  <Id Name="a58905e3-49bc-4e73-a41c-5ff94b62322a" Revision="1" Stencil="System.MyShapes" StencilVersion="1.0"/>
</Control>
</file>

<file path=customXml/item99.xml><?xml version="1.0" encoding="utf-8"?>
<Control xmlns="http://schemas.microsoft.com/VisualStudio/2011/storyboarding/control">
  <Id Name="6afb9c97-048d-47e6-b477-6346796a5f69" Revision="1" Stencil="System.MyShapes" StencilVersion="1.0"/>
</Control>
</file>

<file path=customXml/item100.xml><?xml version="1.0" encoding="utf-8"?>
<Control xmlns="http://schemas.microsoft.com/VisualStudio/2011/storyboarding/control">
  <Id Name="8b0a7cfb-880b-4f95-b7bd-3c0068967a34" Revision="1" Stencil="System.MyShapes" StencilVersion="1.0"/>
</Control>
</file>

<file path=customXml/item101.xml><?xml version="1.0" encoding="utf-8"?>
<Control xmlns="http://schemas.microsoft.com/VisualStudio/2011/storyboarding/control">
  <Id Name="614d8fe0-96ad-40a5-bfe4-5640b23ea7ca" Revision="1" Stencil="System.MyShapes" StencilVersion="1.0"/>
</Control>
</file>

<file path=customXml/item102.xml><?xml version="1.0" encoding="utf-8"?>
<Control xmlns="http://schemas.microsoft.com/VisualStudio/2011/storyboarding/control">
  <Id Name="6afb9c97-048d-47e6-b477-6346796a5f69" Revision="1" Stencil="System.MyShapes" StencilVersion="1.0"/>
</Control>
</file>

<file path=customXml/item103.xml><?xml version="1.0" encoding="utf-8"?>
<Control xmlns="http://schemas.microsoft.com/VisualStudio/2011/storyboarding/control">
  <Id Name="8b0a7cfb-880b-4f95-b7bd-3c0068967a34" Revision="1" Stencil="System.MyShapes" StencilVersion="1.0"/>
</Control>
</file>

<file path=customXml/item104.xml><?xml version="1.0" encoding="utf-8"?>
<Control xmlns="http://schemas.microsoft.com/VisualStudio/2011/storyboarding/control">
  <Id Name="6afb9c97-048d-47e6-b477-6346796a5f69" Revision="1" Stencil="System.MyShapes" StencilVersion="1.0"/>
</Control>
</file>

<file path=customXml/item105.xml><?xml version="1.0" encoding="utf-8"?>
<Control xmlns="http://schemas.microsoft.com/VisualStudio/2011/storyboarding/control">
  <Id Name="6afb9c97-048d-47e6-b477-6346796a5f69" Revision="1" Stencil="System.MyShapes" StencilVersion="1.0"/>
</Control>
</file>

<file path=customXml/item106.xml><?xml version="1.0" encoding="utf-8"?>
<Control xmlns="http://schemas.microsoft.com/VisualStudio/2011/storyboarding/control">
  <Id Name="6afb9c97-048d-47e6-b477-6346796a5f69" Revision="1" Stencil="System.MyShapes" StencilVersion="1.0"/>
</Control>
</file>

<file path=customXml/item107.xml><?xml version="1.0" encoding="utf-8"?>
<Control xmlns="http://schemas.microsoft.com/VisualStudio/2011/storyboarding/control">
  <Id Name="6afb9c97-048d-47e6-b477-6346796a5f69" Revision="1" Stencil="System.MyShapes" StencilVersion="1.0"/>
</Control>
</file>

<file path=customXml/item108.xml><?xml version="1.0" encoding="utf-8"?>
<Control xmlns="http://schemas.microsoft.com/VisualStudio/2011/storyboarding/control">
  <Id Name="d482a5dc-5de4-4cf6-a910-eb44bfa6e9a4" Revision="1" Stencil="System.MyShapes" StencilVersion="1.0"/>
</Control>
</file>

<file path=customXml/item109.xml><?xml version="1.0" encoding="utf-8"?>
<Control xmlns="http://schemas.microsoft.com/VisualStudio/2011/storyboarding/control">
  <Id Name="6afb9c97-048d-47e6-b477-6346796a5f69" Revision="1" Stencil="System.MyShapes" StencilVersion="1.0"/>
</Control>
</file>

<file path=customXml/item110.xml><?xml version="1.0" encoding="utf-8"?>
<Control xmlns="http://schemas.microsoft.com/VisualStudio/2011/storyboarding/control">
  <Id Name="8b0a7cfb-880b-4f95-b7bd-3c0068967a34" Revision="1" Stencil="System.MyShapes" StencilVersion="1.0"/>
</Control>
</file>

<file path=customXml/item111.xml><?xml version="1.0" encoding="utf-8"?>
<Control xmlns="http://schemas.microsoft.com/VisualStudio/2011/storyboarding/control">
  <Id Name="6afb9c97-048d-47e6-b477-6346796a5f69" Revision="1" Stencil="System.MyShapes" StencilVersion="1.0"/>
</Control>
</file>

<file path=customXml/item112.xml><?xml version="1.0" encoding="utf-8"?>
<Control xmlns="http://schemas.microsoft.com/VisualStudio/2011/storyboarding/control">
  <Id Name="a58905e3-49bc-4e73-a41c-5ff94b62322a" Revision="1" Stencil="System.MyShapes" StencilVersion="1.0"/>
</Control>
</file>

<file path=customXml/item113.xml><?xml version="1.0" encoding="utf-8"?>
<Control xmlns="http://schemas.microsoft.com/VisualStudio/2011/storyboarding/control">
  <Id Name="d482a5dc-5de4-4cf6-a910-eb44bfa6e9a4" Revision="1" Stencil="7746dd87-5966-4527-8973-eb23703d2dc8" StencilVersion="1.0"/>
</Control>
</file>

<file path=customXml/item114.xml><?xml version="1.0" encoding="utf-8"?>
<Control xmlns="http://schemas.microsoft.com/VisualStudio/2011/storyboarding/control">
  <Id Name="8b0a7cfb-880b-4f95-b7bd-3c0068967a34" Revision="1" Stencil="7746dd87-5966-4527-8973-eb23703d2dc8" StencilVersion="1.0"/>
</Control>
</file>

<file path=customXml/item115.xml><?xml version="1.0" encoding="utf-8"?>
<Control xmlns="http://schemas.microsoft.com/VisualStudio/2011/storyboarding/control">
  <Id Name="614d8fe0-96ad-40a5-bfe4-5640b23ea7ca" Revision="1" Stencil="System.MyShapes" StencilVersion="1.0"/>
</Control>
</file>

<file path=customXml/item116.xml><?xml version="1.0" encoding="utf-8"?>
<Control xmlns="http://schemas.microsoft.com/VisualStudio/2011/storyboarding/control">
  <Id Name="8b0a7cfb-880b-4f95-b7bd-3c0068967a34" Revision="1" Stencil="System.MyShapes" StencilVersion="1.0"/>
</Control>
</file>

<file path=customXml/item117.xml><?xml version="1.0" encoding="utf-8"?>
<Control xmlns="http://schemas.microsoft.com/VisualStudio/2011/storyboarding/control">
  <Id Name="8b0a7cfb-880b-4f95-b7bd-3c0068967a34" Revision="1" Stencil="System.MyShapes" StencilVersion="1.0"/>
</Control>
</file>

<file path=customXml/item118.xml><?xml version="1.0" encoding="utf-8"?>
<Control xmlns="http://schemas.microsoft.com/VisualStudio/2011/storyboarding/control">
  <Id Name="6afb9c97-048d-47e6-b477-6346796a5f69" Revision="1" Stencil="System.MyShapes" StencilVersion="1.0"/>
</Control>
</file>

<file path=customXml/item119.xml><?xml version="1.0" encoding="utf-8"?>
<Control xmlns="http://schemas.microsoft.com/VisualStudio/2011/storyboarding/control">
  <Id Name="d98e5846-eb84-45a5-ad99-f573dfacb019" Revision="1" Stencil="System.MyShapes" StencilVersion="1.0"/>
</Control>
</file>

<file path=customXml/item120.xml><?xml version="1.0" encoding="utf-8"?>
<Control xmlns="http://schemas.microsoft.com/VisualStudio/2011/storyboarding/control">
  <Id Name="d482a5dc-5de4-4cf6-a910-eb44bfa6e9a4" Revision="1" Stencil="System.MyShapes" StencilVersion="1.0"/>
</Control>
</file>

<file path=customXml/item121.xml><?xml version="1.0" encoding="utf-8"?>
<Control xmlns="http://schemas.microsoft.com/VisualStudio/2011/storyboarding/control">
  <Id Name="6afb9c97-048d-47e6-b477-6346796a5f69" Revision="1" Stencil="System.MyShapes" StencilVersion="1.0"/>
</Control>
</file>

<file path=customXml/item122.xml><?xml version="1.0" encoding="utf-8"?>
<Control xmlns="http://schemas.microsoft.com/VisualStudio/2011/storyboarding/control">
  <Id Name="6afb9c97-048d-47e6-b477-6346796a5f69" Revision="1" Stencil="System.MyShapes" StencilVersion="1.0"/>
</Control>
</file>

<file path=customXml/item123.xml><?xml version="1.0" encoding="utf-8"?>
<Control xmlns="http://schemas.microsoft.com/VisualStudio/2011/storyboarding/control">
  <Id Name="6afb9c97-048d-47e6-b477-6346796a5f69" Revision="1" Stencil="System.MyShapes" StencilVersion="1.0"/>
</Control>
</file>

<file path=customXml/item124.xml><?xml version="1.0" encoding="utf-8"?>
<Control xmlns="http://schemas.microsoft.com/VisualStudio/2011/storyboarding/control">
  <Id Name="d482a5dc-5de4-4cf6-a910-eb44bfa6e9a4" Revision="1" Stencil="System.MyShapes" StencilVersion="1.0"/>
</Control>
</file>

<file path=customXml/item125.xml><?xml version="1.0" encoding="utf-8"?>
<Control xmlns="http://schemas.microsoft.com/VisualStudio/2011/storyboarding/control">
  <Id Name="8b0a7cfb-880b-4f95-b7bd-3c0068967a34" Revision="1" Stencil="System.MyShapes" StencilVersion="1.0"/>
</Control>
</file>

<file path=customXml/item126.xml><?xml version="1.0" encoding="utf-8"?>
<Control xmlns="http://schemas.microsoft.com/VisualStudio/2011/storyboarding/control">
  <Id Name="6afb9c97-048d-47e6-b477-6346796a5f69" Revision="1" Stencil="System.MyShapes" StencilVersion="1.0"/>
</Control>
</file>

<file path=customXml/item127.xml><?xml version="1.0" encoding="utf-8"?>
<Control xmlns="http://schemas.microsoft.com/VisualStudio/2011/storyboarding/control">
  <Id Name="8b0a7cfb-880b-4f95-b7bd-3c0068967a34" Revision="1" Stencil="System.MyShapes" StencilVersion="1.0"/>
</Control>
</file>

<file path=customXml/item128.xml><?xml version="1.0" encoding="utf-8"?>
<Control xmlns="http://schemas.microsoft.com/VisualStudio/2011/storyboarding/control">
  <Id Name="d98e5846-eb84-45a5-ad99-f573dfacb019" Revision="1" Stencil="System.MyShapes" StencilVersion="1.0"/>
</Control>
</file>

<file path=customXml/item129.xml><?xml version="1.0" encoding="utf-8"?>
<Control xmlns="http://schemas.microsoft.com/VisualStudio/2011/storyboarding/control">
  <Id Name="d98e5846-eb84-45a5-ad99-f573dfacb019" Revision="1" Stencil="System.MyShapes" StencilVersion="1.0"/>
</Control>
</file>

<file path=customXml/item130.xml><?xml version="1.0" encoding="utf-8"?>
<Control xmlns="http://schemas.microsoft.com/VisualStudio/2011/storyboarding/control">
  <Id Name="d98e5846-eb84-45a5-ad99-f573dfacb019" Revision="1" Stencil="System.MyShapes" StencilVersion="1.0"/>
</Control>
</file>

<file path=customXml/item131.xml><?xml version="1.0" encoding="utf-8"?>
<Control xmlns="http://schemas.microsoft.com/VisualStudio/2011/storyboarding/control">
  <Id Name="8b0a7cfb-880b-4f95-b7bd-3c0068967a34" Revision="1" Stencil="System.MyShapes" StencilVersion="1.0"/>
</Control>
</file>

<file path=customXml/item132.xml><?xml version="1.0" encoding="utf-8"?>
<Control xmlns="http://schemas.microsoft.com/VisualStudio/2011/storyboarding/control">
  <Id Name="d482a5dc-5de4-4cf6-a910-eb44bfa6e9a4" Revision="1" Stencil="System.MyShapes" StencilVersion="1.0"/>
</Control>
</file>

<file path=customXml/item133.xml><?xml version="1.0" encoding="utf-8"?>
<Control xmlns="http://schemas.microsoft.com/VisualStudio/2011/storyboarding/control">
  <Id Name="d98e5846-eb84-45a5-ad99-f573dfacb019" Revision="1" Stencil="System.MyShapes" StencilVersion="1.0"/>
</Control>
</file>

<file path=customXml/item134.xml><?xml version="1.0" encoding="utf-8"?>
<Control xmlns="http://schemas.microsoft.com/VisualStudio/2011/storyboarding/control">
  <Id Name="8b0a7cfb-880b-4f95-b7bd-3c0068967a34" Revision="1" Stencil="System.MyShapes" StencilVersion="1.0"/>
</Control>
</file>

<file path=customXml/item135.xml><?xml version="1.0" encoding="utf-8"?>
<Control xmlns="http://schemas.microsoft.com/VisualStudio/2011/storyboarding/control">
  <Id Name="6afb9c97-048d-47e6-b477-6346796a5f69" Revision="1" Stencil="System.MyShapes" StencilVersion="1.0"/>
</Control>
</file>

<file path=customXml/item136.xml><?xml version="1.0" encoding="utf-8"?>
<Control xmlns="http://schemas.microsoft.com/VisualStudio/2011/storyboarding/control">
  <Id Name="6afb9c97-048d-47e6-b477-6346796a5f69" Revision="1" Stencil="System.MyShapes" StencilVersion="1.0"/>
</Control>
</file>

<file path=customXml/item137.xml><?xml version="1.0" encoding="utf-8"?>
<Control xmlns="http://schemas.microsoft.com/VisualStudio/2011/storyboarding/control">
  <Id Name="8b0a7cfb-880b-4f95-b7bd-3c0068967a34" Revision="1" Stencil="System.MyShapes" StencilVersion="1.0"/>
</Control>
</file>

<file path=customXml/item138.xml><?xml version="1.0" encoding="utf-8"?>
<Control xmlns="http://schemas.microsoft.com/VisualStudio/2011/storyboarding/control">
  <Id Name="a58905e3-49bc-4e73-a41c-5ff94b62322a" Revision="1" Stencil="System.MyShapes" StencilVersion="1.0"/>
</Control>
</file>

<file path=customXml/item139.xml><?xml version="1.0" encoding="utf-8"?>
<Control xmlns="http://schemas.microsoft.com/VisualStudio/2011/storyboarding/control">
  <Id Name="6afb9c97-048d-47e6-b477-6346796a5f69" Revision="1" Stencil="System.MyShapes" StencilVersion="1.0"/>
</Control>
</file>

<file path=customXml/item140.xml><?xml version="1.0" encoding="utf-8"?>
<Control xmlns="http://schemas.microsoft.com/VisualStudio/2011/storyboarding/control">
  <Id Name="8b0a7cfb-880b-4f95-b7bd-3c0068967a34" Revision="1" Stencil="7746dd87-5966-4527-8973-eb23703d2dc8" StencilVersion="1.0"/>
</Control>
</file>

<file path=customXml/item141.xml><?xml version="1.0" encoding="utf-8"?>
<Control xmlns="http://schemas.microsoft.com/VisualStudio/2011/storyboarding/control">
  <Id Name="8b0a7cfb-880b-4f95-b7bd-3c0068967a34" Revision="1" Stencil="System.MyShapes" StencilVersion="1.0"/>
</Control>
</file>

<file path=customXml/item142.xml><?xml version="1.0" encoding="utf-8"?>
<Control xmlns="http://schemas.microsoft.com/VisualStudio/2011/storyboarding/control">
  <Id Name="6afb9c97-048d-47e6-b477-6346796a5f69" Revision="1" Stencil="System.MyShapes" StencilVersion="1.0"/>
</Control>
</file>

<file path=customXml/item143.xml><?xml version="1.0" encoding="utf-8"?>
<Control xmlns="http://schemas.microsoft.com/VisualStudio/2011/storyboarding/control">
  <Id Name="d98e5846-eb84-45a5-ad99-f573dfacb019" Revision="1" Stencil="System.MyShapes" StencilVersion="1.0"/>
</Control>
</file>

<file path=customXml/item144.xml><?xml version="1.0" encoding="utf-8"?>
<Control xmlns="http://schemas.microsoft.com/VisualStudio/2011/storyboarding/control">
  <Id Name="614d8fe0-96ad-40a5-bfe4-5640b23ea7ca" Revision="1" Stencil="System.MyShapes" StencilVersion="1.0"/>
</Control>
</file>

<file path=customXml/item145.xml><?xml version="1.0" encoding="utf-8"?>
<Control xmlns="http://schemas.microsoft.com/VisualStudio/2011/storyboarding/control">
  <Id Name="d482a5dc-5de4-4cf6-a910-eb44bfa6e9a4" Revision="1" Stencil="System.MyShapes" StencilVersion="1.0"/>
</Control>
</file>

<file path=customXml/item146.xml><?xml version="1.0" encoding="utf-8"?>
<Control xmlns="http://schemas.microsoft.com/VisualStudio/2011/storyboarding/control">
  <Id Name="a58905e3-49bc-4e73-a41c-5ff94b62322a" Revision="1" Stencil="System.MyShapes" StencilVersion="1.0"/>
</Control>
</file>

<file path=customXml/item147.xml><?xml version="1.0" encoding="utf-8"?>
<Control xmlns="http://schemas.microsoft.com/VisualStudio/2011/storyboarding/control">
  <Id Name="6afb9c97-048d-47e6-b477-6346796a5f69" Revision="1" Stencil="System.MyShapes" StencilVersion="1.0"/>
</Control>
</file>

<file path=customXml/item148.xml><?xml version="1.0" encoding="utf-8"?>
<Control xmlns="http://schemas.microsoft.com/VisualStudio/2011/storyboarding/control">
  <Id Name="d98e5846-eb84-45a5-ad99-f573dfacb019" Revision="1" Stencil="System.MyShapes" StencilVersion="1.0"/>
</Control>
</file>

<file path=customXml/item149.xml><?xml version="1.0" encoding="utf-8"?>
<Control xmlns="http://schemas.microsoft.com/VisualStudio/2011/storyboarding/control">
  <Id Name="d98e5846-eb84-45a5-ad99-f573dfacb019" Revision="1" Stencil="System.MyShapes" StencilVersion="1.0"/>
</Control>
</file>

<file path=customXml/item150.xml><?xml version="1.0" encoding="utf-8"?>
<Control xmlns="http://schemas.microsoft.com/VisualStudio/2011/storyboarding/control">
  <Id Name="6afb9c97-048d-47e6-b477-6346796a5f69" Revision="1" Stencil="System.MyShapes" StencilVersion="1.0"/>
</Control>
</file>

<file path=customXml/item151.xml><?xml version="1.0" encoding="utf-8"?>
<Control xmlns="http://schemas.microsoft.com/VisualStudio/2011/storyboarding/control">
  <Id Name="6afb9c97-048d-47e6-b477-6346796a5f69" Revision="1" Stencil="System.MyShapes" StencilVersion="1.0"/>
</Control>
</file>

<file path=customXml/item152.xml><?xml version="1.0" encoding="utf-8"?>
<Control xmlns="http://schemas.microsoft.com/VisualStudio/2011/storyboarding/control">
  <Id Name="6afb9c97-048d-47e6-b477-6346796a5f69" Revision="1" Stencil="System.MyShapes" StencilVersion="1.0"/>
</Control>
</file>

<file path=customXml/item153.xml><?xml version="1.0" encoding="utf-8"?>
<Control xmlns="http://schemas.microsoft.com/VisualStudio/2011/storyboarding/control">
  <Id Name="6afb9c97-048d-47e6-b477-6346796a5f69" Revision="1" Stencil="System.MyShapes" StencilVersion="1.0"/>
</Control>
</file>

<file path=customXml/item154.xml><?xml version="1.0" encoding="utf-8"?>
<Control xmlns="http://schemas.microsoft.com/VisualStudio/2011/storyboarding/control">
  <Id Name="d98e5846-eb84-45a5-ad99-f573dfacb019" Revision="1" Stencil="System.MyShapes" StencilVersion="1.0"/>
</Control>
</file>

<file path=customXml/item155.xml><?xml version="1.0" encoding="utf-8"?>
<Control xmlns="http://schemas.microsoft.com/VisualStudio/2011/storyboarding/control">
  <Id Name="6afb9c97-048d-47e6-b477-6346796a5f69" Revision="1" Stencil="System.MyShapes" StencilVersion="1.0"/>
</Control>
</file>

<file path=customXml/item156.xml><?xml version="1.0" encoding="utf-8"?>
<Control xmlns="http://schemas.microsoft.com/VisualStudio/2011/storyboarding/control">
  <Id Name="6afb9c97-048d-47e6-b477-6346796a5f69" Revision="1" Stencil="System.MyShapes" StencilVersion="1.0"/>
</Control>
</file>

<file path=customXml/item157.xml><?xml version="1.0" encoding="utf-8"?>
<Control xmlns="http://schemas.microsoft.com/VisualStudio/2011/storyboarding/control">
  <Id Name="8b0a7cfb-880b-4f95-b7bd-3c0068967a34" Revision="1" Stencil="System.MyShapes" StencilVersion="1.0"/>
</Control>
</file>

<file path=customXml/item158.xml><?xml version="1.0" encoding="utf-8"?>
<Control xmlns="http://schemas.microsoft.com/VisualStudio/2011/storyboarding/control">
  <Id Name="6afb9c97-048d-47e6-b477-6346796a5f69" Revision="1" Stencil="System.MyShapes" StencilVersion="1.0"/>
</Control>
</file>

<file path=customXml/item159.xml><?xml version="1.0" encoding="utf-8"?>
<Control xmlns="http://schemas.microsoft.com/VisualStudio/2011/storyboarding/control">
  <Id Name="d482a5dc-5de4-4cf6-a910-eb44bfa6e9a4" Revision="1" Stencil="System.MyShapes" StencilVersion="1.0"/>
</Control>
</file>

<file path=customXml/item160.xml><?xml version="1.0" encoding="utf-8"?>
<Control xmlns="http://schemas.microsoft.com/VisualStudio/2011/storyboarding/control">
  <Id Name="a58905e3-49bc-4e73-a41c-5ff94b62322a" Revision="1" Stencil="System.MyShapes" StencilVersion="1.0"/>
</Control>
</file>

<file path=customXml/item161.xml><?xml version="1.0" encoding="utf-8"?>
<Control xmlns="http://schemas.microsoft.com/VisualStudio/2011/storyboarding/control">
  <Id Name="a58905e3-49bc-4e73-a41c-5ff94b62322a" Revision="1" Stencil="System.MyShapes" StencilVersion="1.0"/>
</Control>
</file>

<file path=customXml/item162.xml><?xml version="1.0" encoding="utf-8"?>
<Control xmlns="http://schemas.microsoft.com/VisualStudio/2011/storyboarding/control">
  <Id Name="8b0a7cfb-880b-4f95-b7bd-3c0068967a34" Revision="1" Stencil="System.MyShapes" StencilVersion="1.0"/>
</Control>
</file>

<file path=customXml/item163.xml><?xml version="1.0" encoding="utf-8"?>
<Control xmlns="http://schemas.microsoft.com/VisualStudio/2011/storyboarding/control">
  <Id Name="6afb9c97-048d-47e6-b477-6346796a5f69" Revision="1" Stencil="System.MyShapes" StencilVersion="1.0"/>
</Control>
</file>

<file path=customXml/item164.xml><?xml version="1.0" encoding="utf-8"?>
<Control xmlns="http://schemas.microsoft.com/VisualStudio/2011/storyboarding/control">
  <Id Name="6afb9c97-048d-47e6-b477-6346796a5f69" Revision="1" Stencil="System.MyShapes" StencilVersion="1.0"/>
</Control>
</file>

<file path=customXml/item165.xml><?xml version="1.0" encoding="utf-8"?>
<Control xmlns="http://schemas.microsoft.com/VisualStudio/2011/storyboarding/control">
  <Id Name="a58905e3-49bc-4e73-a41c-5ff94b62322a" Revision="1" Stencil="System.MyShapes" StencilVersion="1.0"/>
</Control>
</file>

<file path=customXml/item166.xml><?xml version="1.0" encoding="utf-8"?>
<Control xmlns="http://schemas.microsoft.com/VisualStudio/2011/storyboarding/control">
  <Id Name="a58905e3-49bc-4e73-a41c-5ff94b62322a" Revision="1" Stencil="System.MyShapes" StencilVersion="1.0"/>
</Control>
</file>

<file path=customXml/item167.xml><?xml version="1.0" encoding="utf-8"?>
<Control xmlns="http://schemas.microsoft.com/VisualStudio/2011/storyboarding/control">
  <Id Name="614d8fe0-96ad-40a5-bfe4-5640b23ea7ca" Revision="1" Stencil="System.MyShapes" StencilVersion="1.0"/>
</Control>
</file>

<file path=customXml/item168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169.xml><?xml version="1.0" encoding="utf-8"?>
<Control xmlns="http://schemas.microsoft.com/VisualStudio/2011/storyboarding/control">
  <Id Name="d98e5846-eb84-45a5-ad99-f573dfacb019" Revision="1" Stencil="System.MyShapes" StencilVersion="1.0"/>
</Control>
</file>

<file path=customXml/item170.xml><?xml version="1.0" encoding="utf-8"?>
<Control xmlns="http://schemas.microsoft.com/VisualStudio/2011/storyboarding/control">
  <Id Name="8b0a7cfb-880b-4f95-b7bd-3c0068967a34" Revision="1" Stencil="System.MyShapes" StencilVersion="1.0"/>
</Control>
</file>

<file path=customXml/item171.xml><?xml version="1.0" encoding="utf-8"?>
<Control xmlns="http://schemas.microsoft.com/VisualStudio/2011/storyboarding/control">
  <Id Name="6afb9c97-048d-47e6-b477-6346796a5f69" Revision="1" Stencil="System.MyShapes" StencilVersion="1.0"/>
</Control>
</file>

<file path=customXml/item172.xml><?xml version="1.0" encoding="utf-8"?>
<Control xmlns="http://schemas.microsoft.com/VisualStudio/2011/storyboarding/control">
  <Id Name="6afb9c97-048d-47e6-b477-6346796a5f69" Revision="1" Stencil="System.MyShapes" StencilVersion="1.0"/>
</Control>
</file>

<file path=customXml/item173.xml><?xml version="1.0" encoding="utf-8"?>
<Control xmlns="http://schemas.microsoft.com/VisualStudio/2011/storyboarding/control">
  <Id Name="6afb9c97-048d-47e6-b477-6346796a5f69" Revision="1" Stencil="System.MyShapes" StencilVersion="1.0"/>
</Control>
</file>

<file path=customXml/item174.xml><?xml version="1.0" encoding="utf-8"?>
<Control xmlns="http://schemas.microsoft.com/VisualStudio/2011/storyboarding/control">
  <Id Name="d98e5846-eb84-45a5-ad99-f573dfacb019" Revision="1" Stencil="System.MyShapes" StencilVersion="1.0"/>
</Control>
</file>

<file path=customXml/item175.xml><?xml version="1.0" encoding="utf-8"?>
<Control xmlns="http://schemas.microsoft.com/VisualStudio/2011/storyboarding/control">
  <Id Name="d98e5846-eb84-45a5-ad99-f573dfacb019" Revision="1" Stencil="System.MyShapes" StencilVersion="1.0"/>
</Control>
</file>

<file path=customXml/item176.xml><?xml version="1.0" encoding="utf-8"?>
<Control xmlns="http://schemas.microsoft.com/VisualStudio/2011/storyboarding/control">
  <Id Name="6afb9c97-048d-47e6-b477-6346796a5f69" Revision="1" Stencil="System.MyShapes" StencilVersion="1.0"/>
</Control>
</file>

<file path=customXml/item177.xml><?xml version="1.0" encoding="utf-8"?>
<Control xmlns="http://schemas.microsoft.com/VisualStudio/2011/storyboarding/control">
  <Id Name="6afb9c97-048d-47e6-b477-6346796a5f69" Revision="1" Stencil="System.MyShapes" StencilVersion="1.0"/>
</Control>
</file>

<file path=customXml/item178.xml><?xml version="1.0" encoding="utf-8"?>
<Control xmlns="http://schemas.microsoft.com/VisualStudio/2011/storyboarding/control">
  <Id Name="a58905e3-49bc-4e73-a41c-5ff94b62322a" Revision="1" Stencil="System.MyShapes" StencilVersion="1.0"/>
</Control>
</file>

<file path=customXml/item179.xml><?xml version="1.0" encoding="utf-8"?>
<Control xmlns="http://schemas.microsoft.com/VisualStudio/2011/storyboarding/control">
  <Id Name="d482a5dc-5de4-4cf6-a910-eb44bfa6e9a4" Revision="1" Stencil="System.MyShapes" StencilVersion="1.0"/>
</Control>
</file>

<file path=customXml/item180.xml><?xml version="1.0" encoding="utf-8"?>
<Control xmlns="http://schemas.microsoft.com/VisualStudio/2011/storyboarding/control">
  <Id Name="6afb9c97-048d-47e6-b477-6346796a5f69" Revision="1" Stencil="System.MyShapes" StencilVersion="1.0"/>
</Control>
</file>

<file path=customXml/item181.xml><?xml version="1.0" encoding="utf-8"?>
<Control xmlns="http://schemas.microsoft.com/VisualStudio/2011/storyboarding/control">
  <Id Name="6afb9c97-048d-47e6-b477-6346796a5f69" Revision="1" Stencil="System.MyShapes" StencilVersion="1.0"/>
</Control>
</file>

<file path=customXml/item182.xml><?xml version="1.0" encoding="utf-8"?>
<Control xmlns="http://schemas.microsoft.com/VisualStudio/2011/storyboarding/control">
  <Id Name="8b0a7cfb-880b-4f95-b7bd-3c0068967a34" Revision="1" Stencil="7746dd87-5966-4527-8973-eb23703d2dc8" StencilVersion="1.0"/>
</Control>
</file>

<file path=customXml/item183.xml><?xml version="1.0" encoding="utf-8"?>
<Control xmlns="http://schemas.microsoft.com/VisualStudio/2011/storyboarding/control">
  <Id Name="d98e5846-eb84-45a5-ad99-f573dfacb019" Revision="1" Stencil="System.MyShapes" StencilVersion="1.0"/>
</Control>
</file>

<file path=customXml/item184.xml><?xml version="1.0" encoding="utf-8"?>
<Control xmlns="http://schemas.microsoft.com/VisualStudio/2011/storyboarding/control">
  <Id Name="8b0a7cfb-880b-4f95-b7bd-3c0068967a34" Revision="1" Stencil="System.MyShapes" StencilVersion="1.0"/>
</Control>
</file>

<file path=customXml/item185.xml><?xml version="1.0" encoding="utf-8"?>
<Control xmlns="http://schemas.microsoft.com/VisualStudio/2011/storyboarding/control">
  <Id Name="6afb9c97-048d-47e6-b477-6346796a5f69" Revision="1" Stencil="System.MyShapes" StencilVersion="1.0"/>
</Control>
</file>

<file path=customXml/item186.xml><?xml version="1.0" encoding="utf-8"?>
<Control xmlns="http://schemas.microsoft.com/VisualStudio/2011/storyboarding/control">
  <Id Name="a58905e3-49bc-4e73-a41c-5ff94b62322a" Revision="1" Stencil="System.MyShapes" StencilVersion="1.0"/>
</Control>
</file>

<file path=customXml/item187.xml><?xml version="1.0" encoding="utf-8"?>
<Control xmlns="http://schemas.microsoft.com/VisualStudio/2011/storyboarding/control">
  <Id Name="d482a5dc-5de4-4cf6-a910-eb44bfa6e9a4" Revision="1" Stencil="System.MyShapes" StencilVersion="1.0"/>
</Control>
</file>

<file path=customXml/item188.xml><?xml version="1.0" encoding="utf-8"?>
<Control xmlns="http://schemas.microsoft.com/VisualStudio/2011/storyboarding/control">
  <Id Name="5b929a6d-a7de-4216-8c95-77223a8af7c7" Revision="1" Stencil="System.MyShapes" StencilVersion="1.0"/>
</Control>
</file>

<file path=customXml/item189.xml><?xml version="1.0" encoding="utf-8"?>
<Control xmlns="http://schemas.microsoft.com/VisualStudio/2011/storyboarding/control">
  <Id Name="6afb9c97-048d-47e6-b477-6346796a5f69" Revision="1" Stencil="System.MyShapes" StencilVersion="1.0"/>
</Control>
</file>

<file path=customXml/item190.xml><?xml version="1.0" encoding="utf-8"?>
<Control xmlns="http://schemas.microsoft.com/VisualStudio/2011/storyboarding/control">
  <Id Name="6afb9c97-048d-47e6-b477-6346796a5f69" Revision="1" Stencil="System.MyShapes" StencilVersion="1.0"/>
</Control>
</file>

<file path=customXml/item191.xml><?xml version="1.0" encoding="utf-8"?>
<Control xmlns="http://schemas.microsoft.com/VisualStudio/2011/storyboarding/control">
  <Id Name="8b0a7cfb-880b-4f95-b7bd-3c0068967a34" Revision="1" Stencil="System.MyShapes" StencilVersion="1.0"/>
</Control>
</file>

<file path=customXml/item192.xml><?xml version="1.0" encoding="utf-8"?>
<Control xmlns="http://schemas.microsoft.com/VisualStudio/2011/storyboarding/control">
  <Id Name="a58905e3-49bc-4e73-a41c-5ff94b62322a" Revision="1" Stencil="System.MyShapes" StencilVersion="1.0"/>
</Control>
</file>

<file path=customXml/item193.xml><?xml version="1.0" encoding="utf-8"?>
<Control xmlns="http://schemas.microsoft.com/VisualStudio/2011/storyboarding/control">
  <Id Name="8b0a7cfb-880b-4f95-b7bd-3c0068967a34" Revision="1" Stencil="System.MyShapes" StencilVersion="1.0"/>
</Control>
</file>

<file path=customXml/item194.xml><?xml version="1.0" encoding="utf-8"?>
<Control xmlns="http://schemas.microsoft.com/VisualStudio/2011/storyboarding/control">
  <Id Name="8b0a7cfb-880b-4f95-b7bd-3c0068967a34" Revision="1" Stencil="System.MyShapes" StencilVersion="1.0"/>
</Control>
</file>

<file path=customXml/item195.xml><?xml version="1.0" encoding="utf-8"?>
<Control xmlns="http://schemas.microsoft.com/VisualStudio/2011/storyboarding/control">
  <Id Name="6afb9c97-048d-47e6-b477-6346796a5f69" Revision="1" Stencil="System.MyShapes" StencilVersion="1.0"/>
</Control>
</file>

<file path=customXml/item196.xml><?xml version="1.0" encoding="utf-8"?>
<Control xmlns="http://schemas.microsoft.com/VisualStudio/2011/storyboarding/control">
  <Id Name="6afb9c97-048d-47e6-b477-6346796a5f69" Revision="1" Stencil="System.MyShapes" StencilVersion="1.0"/>
</Control>
</file>

<file path=customXml/item197.xml><?xml version="1.0" encoding="utf-8"?>
<Control xmlns="http://schemas.microsoft.com/VisualStudio/2011/storyboarding/control">
  <Id Name="d98e5846-eb84-45a5-ad99-f573dfacb019" Revision="1" Stencil="System.MyShapes" StencilVersion="1.0"/>
</Control>
</file>

<file path=customXml/item198.xml><?xml version="1.0" encoding="utf-8"?>
<Control xmlns="http://schemas.microsoft.com/VisualStudio/2011/storyboarding/control">
  <Id Name="614d8fe0-96ad-40a5-bfe4-5640b23ea7ca" Revision="1" Stencil="System.MyShapes" StencilVersion="1.0"/>
</Control>
</file>

<file path=customXml/item199.xml><?xml version="1.0" encoding="utf-8"?>
<Control xmlns="http://schemas.microsoft.com/VisualStudio/2011/storyboarding/control">
  <Id Name="8b0a7cfb-880b-4f95-b7bd-3c0068967a34" Revision="1" Stencil="7746dd87-5966-4527-8973-eb23703d2dc8" StencilVersion="1.0"/>
</Control>
</file>

<file path=customXml/item200.xml><?xml version="1.0" encoding="utf-8"?>
<Control xmlns="http://schemas.microsoft.com/VisualStudio/2011/storyboarding/control">
  <Id Name="a58905e3-49bc-4e73-a41c-5ff94b62322a" Revision="1" Stencil="System.MyShapes" StencilVersion="1.0"/>
</Control>
</file>

<file path=customXml/item201.xml><?xml version="1.0" encoding="utf-8"?>
<Control xmlns="http://schemas.microsoft.com/VisualStudio/2011/storyboarding/control">
  <Id Name="6afb9c97-048d-47e6-b477-6346796a5f69" Revision="1" Stencil="System.MyShapes" StencilVersion="1.0"/>
</Control>
</file>

<file path=customXml/item202.xml><?xml version="1.0" encoding="utf-8"?>
<Control xmlns="http://schemas.microsoft.com/VisualStudio/2011/storyboarding/control">
  <Id Name="d98e5846-eb84-45a5-ad99-f573dfacb019" Revision="1" Stencil="System.MyShapes" StencilVersion="1.0"/>
</Control>
</file>

<file path=customXml/item203.xml><?xml version="1.0" encoding="utf-8"?>
<Control xmlns="http://schemas.microsoft.com/VisualStudio/2011/storyboarding/control">
  <Id Name="d98e5846-eb84-45a5-ad99-f573dfacb019" Revision="1" Stencil="System.MyShapes" StencilVersion="1.0"/>
</Control>
</file>

<file path=customXml/item204.xml><?xml version="1.0" encoding="utf-8"?>
<Control xmlns="http://schemas.microsoft.com/VisualStudio/2011/storyboarding/control">
  <Id Name="8b0a7cfb-880b-4f95-b7bd-3c0068967a34" Revision="1" Stencil="System.MyShapes" StencilVersion="1.0"/>
</Control>
</file>

<file path=customXml/item205.xml><?xml version="1.0" encoding="utf-8"?>
<Control xmlns="http://schemas.microsoft.com/VisualStudio/2011/storyboarding/control">
  <Id Name="a58905e3-49bc-4e73-a41c-5ff94b62322a" Revision="1" Stencil="System.MyShapes" StencilVersion="1.0"/>
</Control>
</file>

<file path=customXml/item206.xml><?xml version="1.0" encoding="utf-8"?>
<Control xmlns="http://schemas.microsoft.com/VisualStudio/2011/storyboarding/control">
  <Id Name="8b0a7cfb-880b-4f95-b7bd-3c0068967a34" Revision="1" Stencil="System.MyShapes" StencilVersion="1.0"/>
</Control>
</file>

<file path=customXml/item207.xml><?xml version="1.0" encoding="utf-8"?>
<Control xmlns="http://schemas.microsoft.com/VisualStudio/2011/storyboarding/control">
  <Id Name="6afb9c97-048d-47e6-b477-6346796a5f69" Revision="1" Stencil="System.MyShapes" StencilVersion="1.0"/>
</Control>
</file>

<file path=customXml/item208.xml><?xml version="1.0" encoding="utf-8"?>
<Control xmlns="http://schemas.microsoft.com/VisualStudio/2011/storyboarding/control">
  <Id Name="6afb9c97-048d-47e6-b477-6346796a5f69" Revision="1" Stencil="System.MyShapes" StencilVersion="1.0"/>
</Control>
</file>

<file path=customXml/item209.xml><?xml version="1.0" encoding="utf-8"?>
<Control xmlns="http://schemas.microsoft.com/VisualStudio/2011/storyboarding/control">
  <Id Name="8b0a7cfb-880b-4f95-b7bd-3c0068967a34" Revision="1" Stencil="System.MyShapes" StencilVersion="1.0"/>
</Control>
</file>

<file path=customXml/item210.xml><?xml version="1.0" encoding="utf-8"?>
<Control xmlns="http://schemas.microsoft.com/VisualStudio/2011/storyboarding/control">
  <Id Name="6afb9c97-048d-47e6-b477-6346796a5f69" Revision="1" Stencil="System.MyShapes" StencilVersion="1.0"/>
</Control>
</file>

<file path=customXml/item211.xml><?xml version="1.0" encoding="utf-8"?>
<Control xmlns="http://schemas.microsoft.com/VisualStudio/2011/storyboarding/control">
  <Id Name="a58905e3-49bc-4e73-a41c-5ff94b62322a" Revision="1" Stencil="System.MyShapes" StencilVersion="1.0"/>
</Control>
</file>

<file path=customXml/item212.xml><?xml version="1.0" encoding="utf-8"?>
<Control xmlns="http://schemas.microsoft.com/VisualStudio/2011/storyboarding/control">
  <Id Name="6afb9c97-048d-47e6-b477-6346796a5f69" Revision="1" Stencil="System.MyShapes" StencilVersion="1.0"/>
</Control>
</file>

<file path=customXml/item21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14.xml><?xml version="1.0" encoding="utf-8"?>
<Control xmlns="http://schemas.microsoft.com/VisualStudio/2011/storyboarding/control">
  <Id Name="6afb9c97-048d-47e6-b477-6346796a5f69" Revision="1" Stencil="System.MyShapes" StencilVersion="1.0"/>
</Control>
</file>

<file path=customXml/item215.xml><?xml version="1.0" encoding="utf-8"?>
<Control xmlns="http://schemas.microsoft.com/VisualStudio/2011/storyboarding/control">
  <Id Name="6afb9c97-048d-47e6-b477-6346796a5f69" Revision="1" Stencil="System.MyShapes" StencilVersion="1.0"/>
</Control>
</file>

<file path=customXml/item216.xml><?xml version="1.0" encoding="utf-8"?>
<Control xmlns="http://schemas.microsoft.com/VisualStudio/2011/storyboarding/control">
  <Id Name="8b0a7cfb-880b-4f95-b7bd-3c0068967a34" Revision="1" Stencil="System.MyShapes" StencilVersion="1.0"/>
</Control>
</file>

<file path=customXml/item217.xml><?xml version="1.0" encoding="utf-8"?>
<Control xmlns="http://schemas.microsoft.com/VisualStudio/2011/storyboarding/control">
  <Id Name="d98e5846-eb84-45a5-ad99-f573dfacb019" Revision="1" Stencil="System.MyShapes" StencilVersion="1.0"/>
</Control>
</file>

<file path=customXml/item218.xml><?xml version="1.0" encoding="utf-8"?>
<Control xmlns="http://schemas.microsoft.com/VisualStudio/2011/storyboarding/control">
  <Id Name="8b0a7cfb-880b-4f95-b7bd-3c0068967a34" Revision="1" Stencil="System.MyShapes" StencilVersion="1.0"/>
</Control>
</file>

<file path=customXml/item219.xml><?xml version="1.0" encoding="utf-8"?>
<Control xmlns="http://schemas.microsoft.com/VisualStudio/2011/storyboarding/control">
  <Id Name="d98e5846-eb84-45a5-ad99-f573dfacb019" Revision="1" Stencil="System.MyShapes" StencilVersion="1.0"/>
</Control>
</file>

<file path=customXml/item220.xml><?xml version="1.0" encoding="utf-8"?>
<Control xmlns="http://schemas.microsoft.com/VisualStudio/2011/storyboarding/control">
  <Id Name="d98e5846-eb84-45a5-ad99-f573dfacb019" Revision="1" Stencil="System.MyShapes" StencilVersion="1.0"/>
</Control>
</file>

<file path=customXml/item221.xml><?xml version="1.0" encoding="utf-8"?>
<Control xmlns="http://schemas.microsoft.com/VisualStudio/2011/storyboarding/control">
  <Id Name="6afb9c97-048d-47e6-b477-6346796a5f69" Revision="1" Stencil="System.MyShapes" StencilVersion="1.0"/>
</Control>
</file>

<file path=customXml/item222.xml><?xml version="1.0" encoding="utf-8"?>
<Control xmlns="http://schemas.microsoft.com/VisualStudio/2011/storyboarding/control">
  <Id Name="a58905e3-49bc-4e73-a41c-5ff94b62322a" Revision="1" Stencil="System.MyShapes" StencilVersion="1.0"/>
</Control>
</file>

<file path=customXml/item223.xml><?xml version="1.0" encoding="utf-8"?>
<Control xmlns="http://schemas.microsoft.com/VisualStudio/2011/storyboarding/control">
  <Id Name="6afb9c97-048d-47e6-b477-6346796a5f69" Revision="1" Stencil="System.MyShapes" StencilVersion="1.0"/>
</Control>
</file>

<file path=customXml/item224.xml><?xml version="1.0" encoding="utf-8"?>
<Control xmlns="http://schemas.microsoft.com/VisualStudio/2011/storyboarding/control">
  <Id Name="a58905e3-49bc-4e73-a41c-5ff94b62322a" Revision="1" Stencil="System.MyShapes" StencilVersion="1.0"/>
</Control>
</file>

<file path=customXml/item225.xml><?xml version="1.0" encoding="utf-8"?>
<Control xmlns="http://schemas.microsoft.com/VisualStudio/2011/storyboarding/control">
  <Id Name="6afb9c97-048d-47e6-b477-6346796a5f69" Revision="1" Stencil="System.MyShapes" StencilVersion="1.0"/>
</Control>
</file>

<file path=customXml/item226.xml><?xml version="1.0" encoding="utf-8"?>
<Control xmlns="http://schemas.microsoft.com/VisualStudio/2011/storyboarding/control">
  <Id Name="6afb9c97-048d-47e6-b477-6346796a5f69" Revision="1" Stencil="System.MyShapes" StencilVersion="1.0"/>
</Control>
</file>

<file path=customXml/item227.xml><?xml version="1.0" encoding="utf-8"?>
<Control xmlns="http://schemas.microsoft.com/VisualStudio/2011/storyboarding/control">
  <Id Name="8b0a7cfb-880b-4f95-b7bd-3c0068967a34" Revision="1" Stencil="System.MyShapes" StencilVersion="1.0"/>
</Control>
</file>

<file path=customXml/item228.xml><?xml version="1.0" encoding="utf-8"?>
<Control xmlns="http://schemas.microsoft.com/VisualStudio/2011/storyboarding/control">
  <Id Name="8b0a7cfb-880b-4f95-b7bd-3c0068967a34" Revision="1" Stencil="System.MyShapes" StencilVersion="1.0"/>
</Control>
</file>

<file path=customXml/item229.xml><?xml version="1.0" encoding="utf-8"?>
<Control xmlns="http://schemas.microsoft.com/VisualStudio/2011/storyboarding/control">
  <Id Name="6afb9c97-048d-47e6-b477-6346796a5f69" Revision="1" Stencil="System.MyShapes" StencilVersion="1.0"/>
</Control>
</file>

<file path=customXml/item230.xml><?xml version="1.0" encoding="utf-8"?>
<Control xmlns="http://schemas.microsoft.com/VisualStudio/2011/storyboarding/control">
  <Id Name="614d8fe0-96ad-40a5-bfe4-5640b23ea7ca" Revision="1" Stencil="System.MyShapes" StencilVersion="1.0"/>
</Control>
</file>

<file path=customXml/item231.xml><?xml version="1.0" encoding="utf-8"?>
<Control xmlns="http://schemas.microsoft.com/VisualStudio/2011/storyboarding/control">
  <Id Name="8b0a7cfb-880b-4f95-b7bd-3c0068967a34" Revision="1" Stencil="System.MyShapes" StencilVersion="1.0"/>
</Control>
</file>

<file path=customXml/item232.xml><?xml version="1.0" encoding="utf-8"?>
<Control xmlns="http://schemas.microsoft.com/VisualStudio/2011/storyboarding/control">
  <Id Name="6afb9c97-048d-47e6-b477-6346796a5f69" Revision="1" Stencil="System.MyShapes" StencilVersion="1.0"/>
</Control>
</file>

<file path=customXml/item233.xml><?xml version="1.0" encoding="utf-8"?>
<Control xmlns="http://schemas.microsoft.com/VisualStudio/2011/storyboarding/control">
  <Id Name="8b0a7cfb-880b-4f95-b7bd-3c0068967a34" Revision="1" Stencil="System.MyShapes" StencilVersion="1.0"/>
</Control>
</file>

<file path=customXml/item234.xml><?xml version="1.0" encoding="utf-8"?>
<Control xmlns="http://schemas.microsoft.com/VisualStudio/2011/storyboarding/control">
  <Id Name="8b0a7cfb-880b-4f95-b7bd-3c0068967a34" Revision="1" Stencil="System.MyShapes" StencilVersion="1.0"/>
</Control>
</file>

<file path=customXml/item235.xml><?xml version="1.0" encoding="utf-8"?>
<Control xmlns="http://schemas.microsoft.com/VisualStudio/2011/storyboarding/control">
  <Id Name="8b0a7cfb-880b-4f95-b7bd-3c0068967a34" Revision="1" Stencil="System.MyShapes" StencilVersion="1.0"/>
</Control>
</file>

<file path=customXml/item236.xml><?xml version="1.0" encoding="utf-8"?>
<Control xmlns="http://schemas.microsoft.com/VisualStudio/2011/storyboarding/control">
  <Id Name="8b0a7cfb-880b-4f95-b7bd-3c0068967a34" Revision="1" Stencil="System.MyShapes" StencilVersion="1.0"/>
</Control>
</file>

<file path=customXml/item237.xml><?xml version="1.0" encoding="utf-8"?>
<Control xmlns="http://schemas.microsoft.com/VisualStudio/2011/storyboarding/control">
  <Id Name="8b0a7cfb-880b-4f95-b7bd-3c0068967a34" Revision="1" Stencil="System.MyShapes" StencilVersion="1.0"/>
</Control>
</file>

<file path=customXml/item238.xml><?xml version="1.0" encoding="utf-8"?>
<Control xmlns="http://schemas.microsoft.com/VisualStudio/2011/storyboarding/control">
  <Id Name="d98e5846-eb84-45a5-ad99-f573dfacb019" Revision="1" Stencil="System.MyShapes" StencilVersion="1.0"/>
</Control>
</file>

<file path=customXml/item239.xml><?xml version="1.0" encoding="utf-8"?>
<Control xmlns="http://schemas.microsoft.com/VisualStudio/2011/storyboarding/control">
  <Id Name="6afb9c97-048d-47e6-b477-6346796a5f69" Revision="1" Stencil="System.MyShapes" StencilVersion="1.0"/>
</Control>
</file>

<file path=customXml/item240.xml><?xml version="1.0" encoding="utf-8"?>
<Control xmlns="http://schemas.microsoft.com/VisualStudio/2011/storyboarding/control">
  <Id Name="a58905e3-49bc-4e73-a41c-5ff94b62322a" Revision="1" Stencil="System.MyShapes" StencilVersion="1.0"/>
</Control>
</file>

<file path=customXml/item241.xml><?xml version="1.0" encoding="utf-8"?>
<Control xmlns="http://schemas.microsoft.com/VisualStudio/2011/storyboarding/control">
  <Id Name="8b0a7cfb-880b-4f95-b7bd-3c0068967a34" Revision="1" Stencil="7746dd87-5966-4527-8973-eb23703d2dc8" StencilVersion="1.0"/>
</Control>
</file>

<file path=customXml/item242.xml><?xml version="1.0" encoding="utf-8"?>
<Control xmlns="http://schemas.microsoft.com/VisualStudio/2011/storyboarding/control">
  <Id Name="d482a5dc-5de4-4cf6-a910-eb44bfa6e9a4" Revision="1" Stencil="System.MyShapes" StencilVersion="1.0"/>
</Control>
</file>

<file path=customXml/item243.xml><?xml version="1.0" encoding="utf-8"?>
<Control xmlns="http://schemas.microsoft.com/VisualStudio/2011/storyboarding/control">
  <Id Name="a58905e3-49bc-4e73-a41c-5ff94b62322a" Revision="1" Stencil="System.MyShapes" StencilVersion="1.0"/>
</Control>
</file>

<file path=customXml/item244.xml><?xml version="1.0" encoding="utf-8"?>
<Control xmlns="http://schemas.microsoft.com/VisualStudio/2011/storyboarding/control">
  <Id Name="5b929a6d-a7de-4216-8c95-77223a8af7c7" Revision="1" Stencil="System.MyShapes" StencilVersion="1.0"/>
</Control>
</file>

<file path=customXml/item245.xml><?xml version="1.0" encoding="utf-8"?>
<Control xmlns="http://schemas.microsoft.com/VisualStudio/2011/storyboarding/control">
  <Id Name="6afb9c97-048d-47e6-b477-6346796a5f69" Revision="1" Stencil="System.MyShapes" StencilVersion="1.0"/>
</Control>
</file>

<file path=customXml/item246.xml><?xml version="1.0" encoding="utf-8"?>
<Control xmlns="http://schemas.microsoft.com/VisualStudio/2011/storyboarding/control">
  <Id Name="6afb9c97-048d-47e6-b477-6346796a5f69" Revision="1" Stencil="System.MyShapes" StencilVersion="1.0"/>
</Control>
</file>

<file path=customXml/item247.xml><?xml version="1.0" encoding="utf-8"?>
<Control xmlns="http://schemas.microsoft.com/VisualStudio/2011/storyboarding/control">
  <Id Name="d482a5dc-5de4-4cf6-a910-eb44bfa6e9a4" Revision="1" Stencil="System.MyShapes" StencilVersion="1.0"/>
</Control>
</file>

<file path=customXml/item248.xml><?xml version="1.0" encoding="utf-8"?>
<Control xmlns="http://schemas.microsoft.com/VisualStudio/2011/storyboarding/control">
  <Id Name="d482a5dc-5de4-4cf6-a910-eb44bfa6e9a4" Revision="1" Stencil="System.MyShapes" StencilVersion="1.0"/>
</Control>
</file>

<file path=customXml/item249.xml><?xml version="1.0" encoding="utf-8"?>
<Control xmlns="http://schemas.microsoft.com/VisualStudio/2011/storyboarding/control">
  <Id Name="d98e5846-eb84-45a5-ad99-f573dfacb019" Revision="1" Stencil="System.MyShapes" StencilVersion="1.0"/>
</Control>
</file>

<file path=customXml/item250.xml><?xml version="1.0" encoding="utf-8"?>
<Control xmlns="http://schemas.microsoft.com/VisualStudio/2011/storyboarding/control">
  <Id Name="6afb9c97-048d-47e6-b477-6346796a5f69" Revision="1" Stencil="System.MyShapes" StencilVersion="1.0"/>
</Control>
</file>

<file path=customXml/item251.xml><?xml version="1.0" encoding="utf-8"?>
<Control xmlns="http://schemas.microsoft.com/VisualStudio/2011/storyboarding/control">
  <Id Name="8b0a7cfb-880b-4f95-b7bd-3c0068967a34" Revision="1" Stencil="System.MyShapes" StencilVersion="1.0"/>
</Control>
</file>

<file path=customXml/item252.xml><?xml version="1.0" encoding="utf-8"?>
<Control xmlns="http://schemas.microsoft.com/VisualStudio/2011/storyboarding/control">
  <Id Name="a58905e3-49bc-4e73-a41c-5ff94b62322a" Revision="1" Stencil="System.MyShapes" StencilVersion="1.0"/>
</Control>
</file>

<file path=customXml/item253.xml><?xml version="1.0" encoding="utf-8"?>
<Control xmlns="http://schemas.microsoft.com/VisualStudio/2011/storyboarding/control">
  <Id Name="6afb9c97-048d-47e6-b477-6346796a5f69" Revision="1" Stencil="System.MyShapes" StencilVersion="1.0"/>
</Control>
</file>

<file path=customXml/item254.xml><?xml version="1.0" encoding="utf-8"?>
<Control xmlns="http://schemas.microsoft.com/VisualStudio/2011/storyboarding/control">
  <Id Name="6afb9c97-048d-47e6-b477-6346796a5f69" Revision="1" Stencil="System.MyShapes" StencilVersion="1.0"/>
</Control>
</file>

<file path=customXml/item255.xml><?xml version="1.0" encoding="utf-8"?>
<Control xmlns="http://schemas.microsoft.com/VisualStudio/2011/storyboarding/control">
  <Id Name="8b0a7cfb-880b-4f95-b7bd-3c0068967a34" Revision="1" Stencil="System.MyShapes" StencilVersion="1.0"/>
</Control>
</file>

<file path=customXml/item256.xml><?xml version="1.0" encoding="utf-8"?>
<Control xmlns="http://schemas.microsoft.com/VisualStudio/2011/storyboarding/control">
  <Id Name="a58905e3-49bc-4e73-a41c-5ff94b62322a" Revision="1" Stencil="System.MyShapes" StencilVersion="1.0"/>
</Control>
</file>

<file path=customXml/item257.xml><?xml version="1.0" encoding="utf-8"?>
<Control xmlns="http://schemas.microsoft.com/VisualStudio/2011/storyboarding/control">
  <Id Name="6afb9c97-048d-47e6-b477-6346796a5f69" Revision="1" Stencil="System.MyShapes" StencilVersion="1.0"/>
</Control>
</file>

<file path=customXml/item258.xml><?xml version="1.0" encoding="utf-8"?>
<Control xmlns="http://schemas.microsoft.com/VisualStudio/2011/storyboarding/control">
  <Id Name="6afb9c97-048d-47e6-b477-6346796a5f69" Revision="1" Stencil="System.MyShapes" StencilVersion="1.0"/>
</Control>
</file>

<file path=customXml/item259.xml><?xml version="1.0" encoding="utf-8"?>
<Control xmlns="http://schemas.microsoft.com/VisualStudio/2011/storyboarding/control">
  <Id Name="d482a5dc-5de4-4cf6-a910-eb44bfa6e9a4" Revision="1" Stencil="System.MyShapes" StencilVersion="1.0"/>
</Control>
</file>

<file path=customXml/item260.xml><?xml version="1.0" encoding="utf-8"?>
<Control xmlns="http://schemas.microsoft.com/VisualStudio/2011/storyboarding/control">
  <Id Name="6afb9c97-048d-47e6-b477-6346796a5f69" Revision="1" Stencil="System.MyShapes" StencilVersion="1.0"/>
</Control>
</file>

<file path=customXml/itemProps1.xml><?xml version="1.0" encoding="utf-8"?>
<ds:datastoreItem xmlns:ds="http://schemas.openxmlformats.org/officeDocument/2006/customXml" ds:itemID="{A87887EE-1337-4DC2-A4FF-2E3E5CE56478}">
  <ds:schemaRefs>
    <ds:schemaRef ds:uri="http://schemas.microsoft.com/VisualStudio/2011/storyboarding/control"/>
  </ds:schemaRefs>
</ds:datastoreItem>
</file>

<file path=customXml/itemProps2.xml><?xml version="1.0" encoding="utf-8"?>
<ds:datastoreItem xmlns:ds="http://schemas.openxmlformats.org/officeDocument/2006/customXml" ds:itemID="{70BBDD01-C6D2-4136-9455-37AEF6111425}">
  <ds:schemaRefs>
    <ds:schemaRef ds:uri="http://schemas.microsoft.com/VisualStudio/2011/storyboarding/control"/>
  </ds:schemaRefs>
</ds:datastoreItem>
</file>

<file path=customXml/itemProps3.xml><?xml version="1.0" encoding="utf-8"?>
<ds:datastoreItem xmlns:ds="http://schemas.openxmlformats.org/officeDocument/2006/customXml" ds:itemID="{A5AE93DB-CEFA-47BF-8293-0C35602DA478}">
  <ds:schemaRefs>
    <ds:schemaRef ds:uri="http://schemas.microsoft.com/VisualStudio/2011/storyboarding/control"/>
  </ds:schemaRefs>
</ds:datastoreItem>
</file>

<file path=customXml/itemProps4.xml><?xml version="1.0" encoding="utf-8"?>
<ds:datastoreItem xmlns:ds="http://schemas.openxmlformats.org/officeDocument/2006/customXml" ds:itemID="{B3B583D5-1DC5-4807-9AE8-A082F4573184}">
  <ds:schemaRefs>
    <ds:schemaRef ds:uri="http://schemas.microsoft.com/VisualStudio/2011/storyboarding/control"/>
  </ds:schemaRefs>
</ds:datastoreItem>
</file>

<file path=customXml/itemProps5.xml><?xml version="1.0" encoding="utf-8"?>
<ds:datastoreItem xmlns:ds="http://schemas.openxmlformats.org/officeDocument/2006/customXml" ds:itemID="{682282B2-0876-4EAE-8A49-8689701C45D3}">
  <ds:schemaRefs>
    <ds:schemaRef ds:uri="http://schemas.microsoft.com/VisualStudio/2011/storyboarding/control"/>
  </ds:schemaRefs>
</ds:datastoreItem>
</file>

<file path=customXml/itemProps6.xml><?xml version="1.0" encoding="utf-8"?>
<ds:datastoreItem xmlns:ds="http://schemas.openxmlformats.org/officeDocument/2006/customXml" ds:itemID="{972BA1CF-1D68-4856-ABB6-DE6E52D47B47}">
  <ds:schemaRefs>
    <ds:schemaRef ds:uri="http://schemas.microsoft.com/VisualStudio/2011/storyboarding/control"/>
  </ds:schemaRefs>
</ds:datastoreItem>
</file>

<file path=customXml/itemProps7.xml><?xml version="1.0" encoding="utf-8"?>
<ds:datastoreItem xmlns:ds="http://schemas.openxmlformats.org/officeDocument/2006/customXml" ds:itemID="{737F40FD-2448-4F31-89B5-0D195E2BA155}">
  <ds:schemaRefs>
    <ds:schemaRef ds:uri="http://schemas.microsoft.com/VisualStudio/2011/storyboarding/control"/>
  </ds:schemaRefs>
</ds:datastoreItem>
</file>

<file path=customXml/itemProps8.xml><?xml version="1.0" encoding="utf-8"?>
<ds:datastoreItem xmlns:ds="http://schemas.openxmlformats.org/officeDocument/2006/customXml" ds:itemID="{6724A422-F92F-498B-A7BC-A479F8775358}">
  <ds:schemaRefs>
    <ds:schemaRef ds:uri="http://schemas.microsoft.com/VisualStudio/2011/storyboarding/control"/>
  </ds:schemaRefs>
</ds:datastoreItem>
</file>

<file path=customXml/itemProps9.xml><?xml version="1.0" encoding="utf-8"?>
<ds:datastoreItem xmlns:ds="http://schemas.openxmlformats.org/officeDocument/2006/customXml" ds:itemID="{EDEB00D7-5BDD-44DD-9650-25197C1743A3}">
  <ds:schemaRefs>
    <ds:schemaRef ds:uri="http://schemas.microsoft.com/VisualStudio/2011/storyboarding/control"/>
  </ds:schemaRefs>
</ds:datastoreItem>
</file>

<file path=customXml/itemProps10.xml><?xml version="1.0" encoding="utf-8"?>
<ds:datastoreItem xmlns:ds="http://schemas.openxmlformats.org/officeDocument/2006/customXml" ds:itemID="{54EDE0DA-73A7-4936-A7A7-B351EEDF8D2D}">
  <ds:schemaRefs>
    <ds:schemaRef ds:uri="http://schemas.microsoft.com/VisualStudio/2011/storyboarding/control"/>
  </ds:schemaRefs>
</ds:datastoreItem>
</file>

<file path=customXml/itemProps11.xml><?xml version="1.0" encoding="utf-8"?>
<ds:datastoreItem xmlns:ds="http://schemas.openxmlformats.org/officeDocument/2006/customXml" ds:itemID="{F9041118-031B-4D76-BB6E-2471B9CA25A3}">
  <ds:schemaRefs>
    <ds:schemaRef ds:uri="http://schemas.microsoft.com/VisualStudio/2011/storyboarding/control"/>
  </ds:schemaRefs>
</ds:datastoreItem>
</file>

<file path=customXml/itemProps12.xml><?xml version="1.0" encoding="utf-8"?>
<ds:datastoreItem xmlns:ds="http://schemas.openxmlformats.org/officeDocument/2006/customXml" ds:itemID="{D41A1B0D-3E93-47C2-B5BC-546B7FC11EDD}">
  <ds:schemaRefs>
    <ds:schemaRef ds:uri="http://schemas.microsoft.com/VisualStudio/2011/storyboarding/control"/>
  </ds:schemaRefs>
</ds:datastoreItem>
</file>

<file path=customXml/itemProps13.xml><?xml version="1.0" encoding="utf-8"?>
<ds:datastoreItem xmlns:ds="http://schemas.openxmlformats.org/officeDocument/2006/customXml" ds:itemID="{369A19E4-25BB-4903-B176-72A264B6F341}">
  <ds:schemaRefs>
    <ds:schemaRef ds:uri="http://schemas.microsoft.com/VisualStudio/2011/storyboarding/control"/>
  </ds:schemaRefs>
</ds:datastoreItem>
</file>

<file path=customXml/itemProps14.xml><?xml version="1.0" encoding="utf-8"?>
<ds:datastoreItem xmlns:ds="http://schemas.openxmlformats.org/officeDocument/2006/customXml" ds:itemID="{9F0222D3-BB50-4812-9271-344F73EA01D0}">
  <ds:schemaRefs>
    <ds:schemaRef ds:uri="http://schemas.microsoft.com/VisualStudio/2011/storyboarding/control"/>
  </ds:schemaRefs>
</ds:datastoreItem>
</file>

<file path=customXml/itemProps15.xml><?xml version="1.0" encoding="utf-8"?>
<ds:datastoreItem xmlns:ds="http://schemas.openxmlformats.org/officeDocument/2006/customXml" ds:itemID="{D2DC3F31-DEF7-47DA-8F68-C601445141EE}">
  <ds:schemaRefs>
    <ds:schemaRef ds:uri="http://schemas.microsoft.com/VisualStudio/2011/storyboarding/control"/>
  </ds:schemaRefs>
</ds:datastoreItem>
</file>

<file path=customXml/itemProps16.xml><?xml version="1.0" encoding="utf-8"?>
<ds:datastoreItem xmlns:ds="http://schemas.openxmlformats.org/officeDocument/2006/customXml" ds:itemID="{5BF598E9-D5E3-4E88-8FA7-D46A0B9CF36E}">
  <ds:schemaRefs>
    <ds:schemaRef ds:uri="http://schemas.microsoft.com/VisualStudio/2011/storyboarding/control"/>
  </ds:schemaRefs>
</ds:datastoreItem>
</file>

<file path=customXml/itemProps17.xml><?xml version="1.0" encoding="utf-8"?>
<ds:datastoreItem xmlns:ds="http://schemas.openxmlformats.org/officeDocument/2006/customXml" ds:itemID="{87566E80-C9E7-4DD3-8EF1-7C784616D596}">
  <ds:schemaRefs>
    <ds:schemaRef ds:uri="http://schemas.microsoft.com/VisualStudio/2011/storyboarding/control"/>
  </ds:schemaRefs>
</ds:datastoreItem>
</file>

<file path=customXml/itemProps18.xml><?xml version="1.0" encoding="utf-8"?>
<ds:datastoreItem xmlns:ds="http://schemas.openxmlformats.org/officeDocument/2006/customXml" ds:itemID="{A9861647-BAF4-4CD0-864E-E70A65C4A0A4}">
  <ds:schemaRefs>
    <ds:schemaRef ds:uri="http://schemas.microsoft.com/VisualStudio/2011/storyboarding/control"/>
  </ds:schemaRefs>
</ds:datastoreItem>
</file>

<file path=customXml/itemProps19.xml><?xml version="1.0" encoding="utf-8"?>
<ds:datastoreItem xmlns:ds="http://schemas.openxmlformats.org/officeDocument/2006/customXml" ds:itemID="{0759227D-31FC-4C57-B4F7-0C503CBFA7E1}">
  <ds:schemaRefs>
    <ds:schemaRef ds:uri="http://schemas.microsoft.com/VisualStudio/2011/storyboarding/control"/>
  </ds:schemaRefs>
</ds:datastoreItem>
</file>

<file path=customXml/itemProps20.xml><?xml version="1.0" encoding="utf-8"?>
<ds:datastoreItem xmlns:ds="http://schemas.openxmlformats.org/officeDocument/2006/customXml" ds:itemID="{B9BFB75B-16E7-4895-821E-A089B847EC3D}">
  <ds:schemaRefs>
    <ds:schemaRef ds:uri="http://schemas.microsoft.com/VisualStudio/2011/storyboarding/control"/>
  </ds:schemaRefs>
</ds:datastoreItem>
</file>

<file path=customXml/itemProps21.xml><?xml version="1.0" encoding="utf-8"?>
<ds:datastoreItem xmlns:ds="http://schemas.openxmlformats.org/officeDocument/2006/customXml" ds:itemID="{B4EA9D53-5663-4735-8AEA-1AFFEFEF0960}">
  <ds:schemaRefs>
    <ds:schemaRef ds:uri="http://schemas.microsoft.com/VisualStudio/2011/storyboarding/control"/>
  </ds:schemaRefs>
</ds:datastoreItem>
</file>

<file path=customXml/itemProps22.xml><?xml version="1.0" encoding="utf-8"?>
<ds:datastoreItem xmlns:ds="http://schemas.openxmlformats.org/officeDocument/2006/customXml" ds:itemID="{DB31D4B7-0A9A-4BAB-8325-B5966EFBCF35}">
  <ds:schemaRefs>
    <ds:schemaRef ds:uri="http://schemas.microsoft.com/VisualStudio/2011/storyboarding/control"/>
  </ds:schemaRefs>
</ds:datastoreItem>
</file>

<file path=customXml/itemProps23.xml><?xml version="1.0" encoding="utf-8"?>
<ds:datastoreItem xmlns:ds="http://schemas.openxmlformats.org/officeDocument/2006/customXml" ds:itemID="{C86241CE-4DE7-47A4-A9A7-11178AD21241}">
  <ds:schemaRefs>
    <ds:schemaRef ds:uri="http://schemas.microsoft.com/VisualStudio/2011/storyboarding/control"/>
  </ds:schemaRefs>
</ds:datastoreItem>
</file>

<file path=customXml/itemProps24.xml><?xml version="1.0" encoding="utf-8"?>
<ds:datastoreItem xmlns:ds="http://schemas.openxmlformats.org/officeDocument/2006/customXml" ds:itemID="{DDF06869-BD37-464D-AB96-8830F95D91F5}">
  <ds:schemaRefs>
    <ds:schemaRef ds:uri="http://schemas.microsoft.com/VisualStudio/2011/storyboarding/control"/>
  </ds:schemaRefs>
</ds:datastoreItem>
</file>

<file path=customXml/itemProps25.xml><?xml version="1.0" encoding="utf-8"?>
<ds:datastoreItem xmlns:ds="http://schemas.openxmlformats.org/officeDocument/2006/customXml" ds:itemID="{C2F82ABD-BB45-4D30-97A9-A7CC831A65E0}">
  <ds:schemaRefs>
    <ds:schemaRef ds:uri="http://schemas.microsoft.com/VisualStudio/2011/storyboarding/control"/>
  </ds:schemaRefs>
</ds:datastoreItem>
</file>

<file path=customXml/itemProps26.xml><?xml version="1.0" encoding="utf-8"?>
<ds:datastoreItem xmlns:ds="http://schemas.openxmlformats.org/officeDocument/2006/customXml" ds:itemID="{BBFA717E-E890-4183-8850-D826DF766F48}">
  <ds:schemaRefs>
    <ds:schemaRef ds:uri="http://schemas.microsoft.com/VisualStudio/2011/storyboarding/control"/>
  </ds:schemaRefs>
</ds:datastoreItem>
</file>

<file path=customXml/itemProps27.xml><?xml version="1.0" encoding="utf-8"?>
<ds:datastoreItem xmlns:ds="http://schemas.openxmlformats.org/officeDocument/2006/customXml" ds:itemID="{2952E9C2-F972-41CB-B72B-4DC3DAAACDC3}">
  <ds:schemaRefs>
    <ds:schemaRef ds:uri="http://schemas.microsoft.com/VisualStudio/2011/storyboarding/control"/>
  </ds:schemaRefs>
</ds:datastoreItem>
</file>

<file path=customXml/itemProps28.xml><?xml version="1.0" encoding="utf-8"?>
<ds:datastoreItem xmlns:ds="http://schemas.openxmlformats.org/officeDocument/2006/customXml" ds:itemID="{92EF3231-79C1-4766-A99C-EABA7F8C1D70}">
  <ds:schemaRefs>
    <ds:schemaRef ds:uri="http://schemas.microsoft.com/VisualStudio/2011/storyboarding/control"/>
  </ds:schemaRefs>
</ds:datastoreItem>
</file>

<file path=customXml/itemProps29.xml><?xml version="1.0" encoding="utf-8"?>
<ds:datastoreItem xmlns:ds="http://schemas.openxmlformats.org/officeDocument/2006/customXml" ds:itemID="{1DA71B2C-65E3-4BE4-8D4F-89BEF7AA4818}">
  <ds:schemaRefs>
    <ds:schemaRef ds:uri="http://schemas.microsoft.com/VisualStudio/2011/storyboarding/control"/>
  </ds:schemaRefs>
</ds:datastoreItem>
</file>

<file path=customXml/itemProps30.xml><?xml version="1.0" encoding="utf-8"?>
<ds:datastoreItem xmlns:ds="http://schemas.openxmlformats.org/officeDocument/2006/customXml" ds:itemID="{BF8B1FAE-28B5-45D7-B15E-9DFC858C7EEF}">
  <ds:schemaRefs>
    <ds:schemaRef ds:uri="http://schemas.microsoft.com/VisualStudio/2011/storyboarding/control"/>
  </ds:schemaRefs>
</ds:datastoreItem>
</file>

<file path=customXml/itemProps31.xml><?xml version="1.0" encoding="utf-8"?>
<ds:datastoreItem xmlns:ds="http://schemas.openxmlformats.org/officeDocument/2006/customXml" ds:itemID="{0F068703-B8D4-48B5-ADDE-5D4BD4AF1D73}">
  <ds:schemaRefs>
    <ds:schemaRef ds:uri="http://schemas.microsoft.com/VisualStudio/2011/storyboarding/control"/>
  </ds:schemaRefs>
</ds:datastoreItem>
</file>

<file path=customXml/itemProps32.xml><?xml version="1.0" encoding="utf-8"?>
<ds:datastoreItem xmlns:ds="http://schemas.openxmlformats.org/officeDocument/2006/customXml" ds:itemID="{FF0BF8FB-BF33-4D71-B764-6A2F7A1E2158}">
  <ds:schemaRefs>
    <ds:schemaRef ds:uri="http://schemas.microsoft.com/VisualStudio/2011/storyboarding/control"/>
  </ds:schemaRefs>
</ds:datastoreItem>
</file>

<file path=customXml/itemProps33.xml><?xml version="1.0" encoding="utf-8"?>
<ds:datastoreItem xmlns:ds="http://schemas.openxmlformats.org/officeDocument/2006/customXml" ds:itemID="{D2054834-9601-4691-BCB3-128DD846E0AC}">
  <ds:schemaRefs>
    <ds:schemaRef ds:uri="http://schemas.microsoft.com/VisualStudio/2011/storyboarding/control"/>
  </ds:schemaRefs>
</ds:datastoreItem>
</file>

<file path=customXml/itemProps34.xml><?xml version="1.0" encoding="utf-8"?>
<ds:datastoreItem xmlns:ds="http://schemas.openxmlformats.org/officeDocument/2006/customXml" ds:itemID="{374D9EA1-DB7D-41EE-9B7B-264F805FE7A5}">
  <ds:schemaRefs>
    <ds:schemaRef ds:uri="http://schemas.microsoft.com/VisualStudio/2011/storyboarding/control"/>
  </ds:schemaRefs>
</ds:datastoreItem>
</file>

<file path=customXml/itemProps35.xml><?xml version="1.0" encoding="utf-8"?>
<ds:datastoreItem xmlns:ds="http://schemas.openxmlformats.org/officeDocument/2006/customXml" ds:itemID="{FD50D07E-137E-41AA-98A3-312A4AE25007}">
  <ds:schemaRefs>
    <ds:schemaRef ds:uri="http://schemas.microsoft.com/VisualStudio/2011/storyboarding/control"/>
  </ds:schemaRefs>
</ds:datastoreItem>
</file>

<file path=customXml/itemProps36.xml><?xml version="1.0" encoding="utf-8"?>
<ds:datastoreItem xmlns:ds="http://schemas.openxmlformats.org/officeDocument/2006/customXml" ds:itemID="{AEA16753-28D8-4D5E-8EA3-698820E22E0B}">
  <ds:schemaRefs>
    <ds:schemaRef ds:uri="http://schemas.microsoft.com/VisualStudio/2011/storyboarding/control"/>
  </ds:schemaRefs>
</ds:datastoreItem>
</file>

<file path=customXml/itemProps37.xml><?xml version="1.0" encoding="utf-8"?>
<ds:datastoreItem xmlns:ds="http://schemas.openxmlformats.org/officeDocument/2006/customXml" ds:itemID="{3F7379D2-1903-4043-95C6-00E192376E8F}">
  <ds:schemaRefs>
    <ds:schemaRef ds:uri="http://schemas.microsoft.com/VisualStudio/2011/storyboarding/control"/>
  </ds:schemaRefs>
</ds:datastoreItem>
</file>

<file path=customXml/itemProps38.xml><?xml version="1.0" encoding="utf-8"?>
<ds:datastoreItem xmlns:ds="http://schemas.openxmlformats.org/officeDocument/2006/customXml" ds:itemID="{F04F1870-DBC0-4770-9A5C-9E12F52C238A}">
  <ds:schemaRefs>
    <ds:schemaRef ds:uri="http://schemas.microsoft.com/VisualStudio/2011/storyboarding/control"/>
  </ds:schemaRefs>
</ds:datastoreItem>
</file>

<file path=customXml/itemProps39.xml><?xml version="1.0" encoding="utf-8"?>
<ds:datastoreItem xmlns:ds="http://schemas.openxmlformats.org/officeDocument/2006/customXml" ds:itemID="{311721DF-D4AC-4D2E-84C4-DEED546F43B0}">
  <ds:schemaRefs>
    <ds:schemaRef ds:uri="http://schemas.microsoft.com/VisualStudio/2011/storyboarding/control"/>
  </ds:schemaRefs>
</ds:datastoreItem>
</file>

<file path=customXml/itemProps40.xml><?xml version="1.0" encoding="utf-8"?>
<ds:datastoreItem xmlns:ds="http://schemas.openxmlformats.org/officeDocument/2006/customXml" ds:itemID="{2AA0A0DE-6E8E-4ACD-AF7F-A0911638ED39}">
  <ds:schemaRefs>
    <ds:schemaRef ds:uri="http://schemas.microsoft.com/VisualStudio/2011/storyboarding/control"/>
  </ds:schemaRefs>
</ds:datastoreItem>
</file>

<file path=customXml/itemProps41.xml><?xml version="1.0" encoding="utf-8"?>
<ds:datastoreItem xmlns:ds="http://schemas.openxmlformats.org/officeDocument/2006/customXml" ds:itemID="{BDF095BF-3FAB-4F6C-9805-DAD176CE338A}">
  <ds:schemaRefs>
    <ds:schemaRef ds:uri="http://schemas.microsoft.com/VisualStudio/2011/storyboarding/control"/>
  </ds:schemaRefs>
</ds:datastoreItem>
</file>

<file path=customXml/itemProps42.xml><?xml version="1.0" encoding="utf-8"?>
<ds:datastoreItem xmlns:ds="http://schemas.openxmlformats.org/officeDocument/2006/customXml" ds:itemID="{F3850924-94C7-4574-8073-556678AB59B3}">
  <ds:schemaRefs>
    <ds:schemaRef ds:uri="http://schemas.microsoft.com/VisualStudio/2011/storyboarding/control"/>
  </ds:schemaRefs>
</ds:datastoreItem>
</file>

<file path=customXml/itemProps43.xml><?xml version="1.0" encoding="utf-8"?>
<ds:datastoreItem xmlns:ds="http://schemas.openxmlformats.org/officeDocument/2006/customXml" ds:itemID="{481B3381-2180-46A9-BA0C-16A492ACB17F}">
  <ds:schemaRefs>
    <ds:schemaRef ds:uri="http://schemas.microsoft.com/VisualStudio/2011/storyboarding/control"/>
  </ds:schemaRefs>
</ds:datastoreItem>
</file>

<file path=customXml/itemProps44.xml><?xml version="1.0" encoding="utf-8"?>
<ds:datastoreItem xmlns:ds="http://schemas.openxmlformats.org/officeDocument/2006/customXml" ds:itemID="{DE663A13-01D1-4A10-AC5B-A9E439D93526}">
  <ds:schemaRefs>
    <ds:schemaRef ds:uri="http://schemas.microsoft.com/VisualStudio/2011/storyboarding/control"/>
  </ds:schemaRefs>
</ds:datastoreItem>
</file>

<file path=customXml/itemProps45.xml><?xml version="1.0" encoding="utf-8"?>
<ds:datastoreItem xmlns:ds="http://schemas.openxmlformats.org/officeDocument/2006/customXml" ds:itemID="{2EB5730D-FDD6-44CD-9249-0DA2541CDE61}">
  <ds:schemaRefs>
    <ds:schemaRef ds:uri="http://schemas.microsoft.com/VisualStudio/2011/storyboarding/control"/>
  </ds:schemaRefs>
</ds:datastoreItem>
</file>

<file path=customXml/itemProps46.xml><?xml version="1.0" encoding="utf-8"?>
<ds:datastoreItem xmlns:ds="http://schemas.openxmlformats.org/officeDocument/2006/customXml" ds:itemID="{86725947-7A2F-4770-8EE5-F30431938A06}">
  <ds:schemaRefs>
    <ds:schemaRef ds:uri="http://schemas.microsoft.com/VisualStudio/2011/storyboarding/control"/>
  </ds:schemaRefs>
</ds:datastoreItem>
</file>

<file path=customXml/itemProps47.xml><?xml version="1.0" encoding="utf-8"?>
<ds:datastoreItem xmlns:ds="http://schemas.openxmlformats.org/officeDocument/2006/customXml" ds:itemID="{3985FD17-FD93-4ACC-A192-F19656A505E8}">
  <ds:schemaRefs>
    <ds:schemaRef ds:uri="http://schemas.microsoft.com/VisualStudio/2011/storyboarding/control"/>
  </ds:schemaRefs>
</ds:datastoreItem>
</file>

<file path=customXml/itemProps48.xml><?xml version="1.0" encoding="utf-8"?>
<ds:datastoreItem xmlns:ds="http://schemas.openxmlformats.org/officeDocument/2006/customXml" ds:itemID="{812EF825-F8EA-4D1F-A634-24573F152DFA}">
  <ds:schemaRefs>
    <ds:schemaRef ds:uri="http://schemas.microsoft.com/VisualStudio/2011/storyboarding/control"/>
  </ds:schemaRefs>
</ds:datastoreItem>
</file>

<file path=customXml/itemProps49.xml><?xml version="1.0" encoding="utf-8"?>
<ds:datastoreItem xmlns:ds="http://schemas.openxmlformats.org/officeDocument/2006/customXml" ds:itemID="{62CA1D17-3B83-4E1E-B410-54A4BE878334}">
  <ds:schemaRefs>
    <ds:schemaRef ds:uri="http://schemas.microsoft.com/VisualStudio/2011/storyboarding/control"/>
  </ds:schemaRefs>
</ds:datastoreItem>
</file>

<file path=customXml/itemProps50.xml><?xml version="1.0" encoding="utf-8"?>
<ds:datastoreItem xmlns:ds="http://schemas.openxmlformats.org/officeDocument/2006/customXml" ds:itemID="{19C34DEE-14BC-408F-AB96-E322DD61F518}">
  <ds:schemaRefs>
    <ds:schemaRef ds:uri="http://schemas.microsoft.com/VisualStudio/2011/storyboarding/control"/>
  </ds:schemaRefs>
</ds:datastoreItem>
</file>

<file path=customXml/itemProps51.xml><?xml version="1.0" encoding="utf-8"?>
<ds:datastoreItem xmlns:ds="http://schemas.openxmlformats.org/officeDocument/2006/customXml" ds:itemID="{12BA6528-EC53-4C56-862F-CC2372A4976C}">
  <ds:schemaRefs>
    <ds:schemaRef ds:uri="http://schemas.microsoft.com/VisualStudio/2011/storyboarding/control"/>
  </ds:schemaRefs>
</ds:datastoreItem>
</file>

<file path=customXml/itemProps52.xml><?xml version="1.0" encoding="utf-8"?>
<ds:datastoreItem xmlns:ds="http://schemas.openxmlformats.org/officeDocument/2006/customXml" ds:itemID="{09B4E6BD-3FE8-4E09-8950-AC323B3C0404}">
  <ds:schemaRefs>
    <ds:schemaRef ds:uri="http://schemas.microsoft.com/VisualStudio/2011/storyboarding/control"/>
  </ds:schemaRefs>
</ds:datastoreItem>
</file>

<file path=customXml/itemProps53.xml><?xml version="1.0" encoding="utf-8"?>
<ds:datastoreItem xmlns:ds="http://schemas.openxmlformats.org/officeDocument/2006/customXml" ds:itemID="{CC910099-7A13-4FEA-94FB-64A063F49D8D}">
  <ds:schemaRefs>
    <ds:schemaRef ds:uri="http://schemas.microsoft.com/VisualStudio/2011/storyboarding/control"/>
  </ds:schemaRefs>
</ds:datastoreItem>
</file>

<file path=customXml/itemProps54.xml><?xml version="1.0" encoding="utf-8"?>
<ds:datastoreItem xmlns:ds="http://schemas.openxmlformats.org/officeDocument/2006/customXml" ds:itemID="{678CC5C5-AAB6-4708-9099-151696F2C36E}">
  <ds:schemaRefs>
    <ds:schemaRef ds:uri="http://schemas.microsoft.com/VisualStudio/2011/storyboarding/control"/>
  </ds:schemaRefs>
</ds:datastoreItem>
</file>

<file path=customXml/itemProps55.xml><?xml version="1.0" encoding="utf-8"?>
<ds:datastoreItem xmlns:ds="http://schemas.openxmlformats.org/officeDocument/2006/customXml" ds:itemID="{96E5F3F3-3BA0-44F7-B81D-557EBD6FD38C}">
  <ds:schemaRefs>
    <ds:schemaRef ds:uri="http://schemas.microsoft.com/VisualStudio/2011/storyboarding/control"/>
  </ds:schemaRefs>
</ds:datastoreItem>
</file>

<file path=customXml/itemProps56.xml><?xml version="1.0" encoding="utf-8"?>
<ds:datastoreItem xmlns:ds="http://schemas.openxmlformats.org/officeDocument/2006/customXml" ds:itemID="{61A62BDC-29E2-4EC2-8AF0-DBD23B637F2F}">
  <ds:schemaRefs>
    <ds:schemaRef ds:uri="http://schemas.microsoft.com/VisualStudio/2011/storyboarding/control"/>
  </ds:schemaRefs>
</ds:datastoreItem>
</file>

<file path=customXml/itemProps57.xml><?xml version="1.0" encoding="utf-8"?>
<ds:datastoreItem xmlns:ds="http://schemas.openxmlformats.org/officeDocument/2006/customXml" ds:itemID="{3882A1FA-EDEC-4A85-B017-F8236D7FC31F}">
  <ds:schemaRefs>
    <ds:schemaRef ds:uri="http://schemas.microsoft.com/VisualStudio/2011/storyboarding/control"/>
  </ds:schemaRefs>
</ds:datastoreItem>
</file>

<file path=customXml/itemProps58.xml><?xml version="1.0" encoding="utf-8"?>
<ds:datastoreItem xmlns:ds="http://schemas.openxmlformats.org/officeDocument/2006/customXml" ds:itemID="{3B2FAFE0-760C-4BB3-AE40-094F29D28ABC}">
  <ds:schemaRefs>
    <ds:schemaRef ds:uri="http://schemas.microsoft.com/VisualStudio/2011/storyboarding/control"/>
  </ds:schemaRefs>
</ds:datastoreItem>
</file>

<file path=customXml/itemProps59.xml><?xml version="1.0" encoding="utf-8"?>
<ds:datastoreItem xmlns:ds="http://schemas.openxmlformats.org/officeDocument/2006/customXml" ds:itemID="{95B83927-E490-48B3-8D98-5475DB15AEA7}">
  <ds:schemaRefs>
    <ds:schemaRef ds:uri="http://schemas.microsoft.com/VisualStudio/2011/storyboarding/control"/>
  </ds:schemaRefs>
</ds:datastoreItem>
</file>

<file path=customXml/itemProps60.xml><?xml version="1.0" encoding="utf-8"?>
<ds:datastoreItem xmlns:ds="http://schemas.openxmlformats.org/officeDocument/2006/customXml" ds:itemID="{CC215AC2-E17A-4481-BA90-1F096B15FE80}">
  <ds:schemaRefs>
    <ds:schemaRef ds:uri="http://schemas.microsoft.com/VisualStudio/2011/storyboarding/control"/>
  </ds:schemaRefs>
</ds:datastoreItem>
</file>

<file path=customXml/itemProps61.xml><?xml version="1.0" encoding="utf-8"?>
<ds:datastoreItem xmlns:ds="http://schemas.openxmlformats.org/officeDocument/2006/customXml" ds:itemID="{4223D005-6EC6-4B41-ADC6-0E895264B64B}">
  <ds:schemaRefs>
    <ds:schemaRef ds:uri="http://schemas.microsoft.com/VisualStudio/2011/storyboarding/control"/>
  </ds:schemaRefs>
</ds:datastoreItem>
</file>

<file path=customXml/itemProps62.xml><?xml version="1.0" encoding="utf-8"?>
<ds:datastoreItem xmlns:ds="http://schemas.openxmlformats.org/officeDocument/2006/customXml" ds:itemID="{1F10334B-10C2-418A-811D-8D3C215110A8}">
  <ds:schemaRefs>
    <ds:schemaRef ds:uri="http://schemas.microsoft.com/VisualStudio/2011/storyboarding/control"/>
  </ds:schemaRefs>
</ds:datastoreItem>
</file>

<file path=customXml/itemProps63.xml><?xml version="1.0" encoding="utf-8"?>
<ds:datastoreItem xmlns:ds="http://schemas.openxmlformats.org/officeDocument/2006/customXml" ds:itemID="{360E096F-F87C-4B68-8DB0-4AE4CBB41D1C}">
  <ds:schemaRefs>
    <ds:schemaRef ds:uri="http://schemas.microsoft.com/VisualStudio/2011/storyboarding/control"/>
  </ds:schemaRefs>
</ds:datastoreItem>
</file>

<file path=customXml/itemProps64.xml><?xml version="1.0" encoding="utf-8"?>
<ds:datastoreItem xmlns:ds="http://schemas.openxmlformats.org/officeDocument/2006/customXml" ds:itemID="{508B9161-6D48-4D89-B60A-4757E7E76801}">
  <ds:schemaRefs>
    <ds:schemaRef ds:uri="http://schemas.microsoft.com/VisualStudio/2011/storyboarding/control"/>
  </ds:schemaRefs>
</ds:datastoreItem>
</file>

<file path=customXml/itemProps65.xml><?xml version="1.0" encoding="utf-8"?>
<ds:datastoreItem xmlns:ds="http://schemas.openxmlformats.org/officeDocument/2006/customXml" ds:itemID="{FD4CBFE6-0099-4F98-90EB-A69403AF3234}">
  <ds:schemaRefs>
    <ds:schemaRef ds:uri="http://schemas.microsoft.com/VisualStudio/2011/storyboarding/control"/>
  </ds:schemaRefs>
</ds:datastoreItem>
</file>

<file path=customXml/itemProps66.xml><?xml version="1.0" encoding="utf-8"?>
<ds:datastoreItem xmlns:ds="http://schemas.openxmlformats.org/officeDocument/2006/customXml" ds:itemID="{06A4074F-A3EA-486B-BEAE-97A2218A046B}">
  <ds:schemaRefs>
    <ds:schemaRef ds:uri="http://schemas.microsoft.com/VisualStudio/2011/storyboarding/control"/>
  </ds:schemaRefs>
</ds:datastoreItem>
</file>

<file path=customXml/itemProps67.xml><?xml version="1.0" encoding="utf-8"?>
<ds:datastoreItem xmlns:ds="http://schemas.openxmlformats.org/officeDocument/2006/customXml" ds:itemID="{44348953-A95B-4FAA-8A36-88DB58F0E493}">
  <ds:schemaRefs>
    <ds:schemaRef ds:uri="http://schemas.microsoft.com/VisualStudio/2011/storyboarding/control"/>
  </ds:schemaRefs>
</ds:datastoreItem>
</file>

<file path=customXml/itemProps68.xml><?xml version="1.0" encoding="utf-8"?>
<ds:datastoreItem xmlns:ds="http://schemas.openxmlformats.org/officeDocument/2006/customXml" ds:itemID="{A104D9A1-7C98-4827-9AAE-6943A96C3654}">
  <ds:schemaRefs>
    <ds:schemaRef ds:uri="http://schemas.microsoft.com/VisualStudio/2011/storyboarding/control"/>
  </ds:schemaRefs>
</ds:datastoreItem>
</file>

<file path=customXml/itemProps69.xml><?xml version="1.0" encoding="utf-8"?>
<ds:datastoreItem xmlns:ds="http://schemas.openxmlformats.org/officeDocument/2006/customXml" ds:itemID="{FEB10A6F-D3FE-4D89-AF3F-1D91EF96D347}">
  <ds:schemaRefs>
    <ds:schemaRef ds:uri="http://schemas.microsoft.com/VisualStudio/2011/storyboarding/control"/>
  </ds:schemaRefs>
</ds:datastoreItem>
</file>

<file path=customXml/itemProps70.xml><?xml version="1.0" encoding="utf-8"?>
<ds:datastoreItem xmlns:ds="http://schemas.openxmlformats.org/officeDocument/2006/customXml" ds:itemID="{BB27B23D-5401-480E-B085-5AE91D2DFC27}">
  <ds:schemaRefs>
    <ds:schemaRef ds:uri="http://schemas.microsoft.com/VisualStudio/2011/storyboarding/control"/>
  </ds:schemaRefs>
</ds:datastoreItem>
</file>

<file path=customXml/itemProps71.xml><?xml version="1.0" encoding="utf-8"?>
<ds:datastoreItem xmlns:ds="http://schemas.openxmlformats.org/officeDocument/2006/customXml" ds:itemID="{A0806081-F6A1-4792-B4AD-275627E64A44}">
  <ds:schemaRefs>
    <ds:schemaRef ds:uri="http://schemas.microsoft.com/VisualStudio/2011/storyboarding/control"/>
  </ds:schemaRefs>
</ds:datastoreItem>
</file>

<file path=customXml/itemProps72.xml><?xml version="1.0" encoding="utf-8"?>
<ds:datastoreItem xmlns:ds="http://schemas.openxmlformats.org/officeDocument/2006/customXml" ds:itemID="{4B22AF14-3F7A-4767-9CFC-8A75124B593A}">
  <ds:schemaRefs>
    <ds:schemaRef ds:uri="http://schemas.microsoft.com/VisualStudio/2011/storyboarding/control"/>
  </ds:schemaRefs>
</ds:datastoreItem>
</file>

<file path=customXml/itemProps73.xml><?xml version="1.0" encoding="utf-8"?>
<ds:datastoreItem xmlns:ds="http://schemas.openxmlformats.org/officeDocument/2006/customXml" ds:itemID="{98B44620-2ACB-44D3-9B71-DD24994907F0}">
  <ds:schemaRefs>
    <ds:schemaRef ds:uri="http://schemas.microsoft.com/VisualStudio/2011/storyboarding/control"/>
  </ds:schemaRefs>
</ds:datastoreItem>
</file>

<file path=customXml/itemProps74.xml><?xml version="1.0" encoding="utf-8"?>
<ds:datastoreItem xmlns:ds="http://schemas.openxmlformats.org/officeDocument/2006/customXml" ds:itemID="{A12C5E8F-1156-4EB9-80B0-B058FA8489CC}">
  <ds:schemaRefs>
    <ds:schemaRef ds:uri="http://schemas.microsoft.com/VisualStudio/2011/storyboarding/control"/>
  </ds:schemaRefs>
</ds:datastoreItem>
</file>

<file path=customXml/itemProps75.xml><?xml version="1.0" encoding="utf-8"?>
<ds:datastoreItem xmlns:ds="http://schemas.openxmlformats.org/officeDocument/2006/customXml" ds:itemID="{65C27D43-5A5C-4450-8BD4-7A8B45807E75}">
  <ds:schemaRefs>
    <ds:schemaRef ds:uri="http://schemas.microsoft.com/VisualStudio/2011/storyboarding/control"/>
  </ds:schemaRefs>
</ds:datastoreItem>
</file>

<file path=customXml/itemProps76.xml><?xml version="1.0" encoding="utf-8"?>
<ds:datastoreItem xmlns:ds="http://schemas.openxmlformats.org/officeDocument/2006/customXml" ds:itemID="{75B68EDF-9F19-4941-950A-567CE000DED0}">
  <ds:schemaRefs>
    <ds:schemaRef ds:uri="http://schemas.microsoft.com/VisualStudio/2011/storyboarding/control"/>
  </ds:schemaRefs>
</ds:datastoreItem>
</file>

<file path=customXml/itemProps77.xml><?xml version="1.0" encoding="utf-8"?>
<ds:datastoreItem xmlns:ds="http://schemas.openxmlformats.org/officeDocument/2006/customXml" ds:itemID="{19D4492A-6A4D-4374-A2E9-3B1B1B779755}">
  <ds:schemaRefs>
    <ds:schemaRef ds:uri="http://schemas.microsoft.com/VisualStudio/2011/storyboarding/control"/>
  </ds:schemaRefs>
</ds:datastoreItem>
</file>

<file path=customXml/itemProps78.xml><?xml version="1.0" encoding="utf-8"?>
<ds:datastoreItem xmlns:ds="http://schemas.openxmlformats.org/officeDocument/2006/customXml" ds:itemID="{688FA967-CC1E-4BF9-BA6D-075E72E07F74}">
  <ds:schemaRefs>
    <ds:schemaRef ds:uri="http://schemas.microsoft.com/VisualStudio/2011/storyboarding/control"/>
  </ds:schemaRefs>
</ds:datastoreItem>
</file>

<file path=customXml/itemProps79.xml><?xml version="1.0" encoding="utf-8"?>
<ds:datastoreItem xmlns:ds="http://schemas.openxmlformats.org/officeDocument/2006/customXml" ds:itemID="{337EC81C-881F-4699-8DCB-64CB63AF5117}">
  <ds:schemaRefs>
    <ds:schemaRef ds:uri="http://schemas.microsoft.com/VisualStudio/2011/storyboarding/control"/>
  </ds:schemaRefs>
</ds:datastoreItem>
</file>

<file path=customXml/itemProps80.xml><?xml version="1.0" encoding="utf-8"?>
<ds:datastoreItem xmlns:ds="http://schemas.openxmlformats.org/officeDocument/2006/customXml" ds:itemID="{FE254D79-B66C-41F9-B3CF-3821EB15BB11}">
  <ds:schemaRefs>
    <ds:schemaRef ds:uri="http://schemas.microsoft.com/VisualStudio/2011/storyboarding/control"/>
  </ds:schemaRefs>
</ds:datastoreItem>
</file>

<file path=customXml/itemProps81.xml><?xml version="1.0" encoding="utf-8"?>
<ds:datastoreItem xmlns:ds="http://schemas.openxmlformats.org/officeDocument/2006/customXml" ds:itemID="{424DEE77-BF06-46E0-91D9-D141452C8FF6}">
  <ds:schemaRefs>
    <ds:schemaRef ds:uri="http://schemas.microsoft.com/VisualStudio/2011/storyboarding/control"/>
  </ds:schemaRefs>
</ds:datastoreItem>
</file>

<file path=customXml/itemProps82.xml><?xml version="1.0" encoding="utf-8"?>
<ds:datastoreItem xmlns:ds="http://schemas.openxmlformats.org/officeDocument/2006/customXml" ds:itemID="{A67F539E-8A23-4A42-9375-CF68D6F1F52D}">
  <ds:schemaRefs>
    <ds:schemaRef ds:uri="http://schemas.microsoft.com/VisualStudio/2011/storyboarding/control"/>
  </ds:schemaRefs>
</ds:datastoreItem>
</file>

<file path=customXml/itemProps83.xml><?xml version="1.0" encoding="utf-8"?>
<ds:datastoreItem xmlns:ds="http://schemas.openxmlformats.org/officeDocument/2006/customXml" ds:itemID="{A94330A7-807E-4BF4-A72A-786972B7BC05}">
  <ds:schemaRefs>
    <ds:schemaRef ds:uri="http://schemas.microsoft.com/VisualStudio/2011/storyboarding/control"/>
  </ds:schemaRefs>
</ds:datastoreItem>
</file>

<file path=customXml/itemProps84.xml><?xml version="1.0" encoding="utf-8"?>
<ds:datastoreItem xmlns:ds="http://schemas.openxmlformats.org/officeDocument/2006/customXml" ds:itemID="{0D49104D-43ED-4A74-81C8-11684B382BBD}">
  <ds:schemaRefs>
    <ds:schemaRef ds:uri="http://schemas.microsoft.com/VisualStudio/2011/storyboarding/control"/>
  </ds:schemaRefs>
</ds:datastoreItem>
</file>

<file path=customXml/itemProps85.xml><?xml version="1.0" encoding="utf-8"?>
<ds:datastoreItem xmlns:ds="http://schemas.openxmlformats.org/officeDocument/2006/customXml" ds:itemID="{21BA58C3-B2CB-4A91-B264-69EAFEF39738}">
  <ds:schemaRefs>
    <ds:schemaRef ds:uri="http://schemas.microsoft.com/VisualStudio/2011/storyboarding/control"/>
  </ds:schemaRefs>
</ds:datastoreItem>
</file>

<file path=customXml/itemProps86.xml><?xml version="1.0" encoding="utf-8"?>
<ds:datastoreItem xmlns:ds="http://schemas.openxmlformats.org/officeDocument/2006/customXml" ds:itemID="{0AA98C07-2FE4-4CA3-B089-B86D08901389}">
  <ds:schemaRefs>
    <ds:schemaRef ds:uri="http://schemas.microsoft.com/VisualStudio/2011/storyboarding/control"/>
  </ds:schemaRefs>
</ds:datastoreItem>
</file>

<file path=customXml/itemProps87.xml><?xml version="1.0" encoding="utf-8"?>
<ds:datastoreItem xmlns:ds="http://schemas.openxmlformats.org/officeDocument/2006/customXml" ds:itemID="{A2C5CFCD-3F13-4108-A0E1-25B25B8DB55B}">
  <ds:schemaRefs>
    <ds:schemaRef ds:uri="http://schemas.microsoft.com/VisualStudio/2011/storyboarding/control"/>
  </ds:schemaRefs>
</ds:datastoreItem>
</file>

<file path=customXml/itemProps88.xml><?xml version="1.0" encoding="utf-8"?>
<ds:datastoreItem xmlns:ds="http://schemas.openxmlformats.org/officeDocument/2006/customXml" ds:itemID="{A3EA13F8-150C-4765-BA5F-4D876CCBBFF4}">
  <ds:schemaRefs>
    <ds:schemaRef ds:uri="http://schemas.microsoft.com/VisualStudio/2011/storyboarding/control"/>
  </ds:schemaRefs>
</ds:datastoreItem>
</file>

<file path=customXml/itemProps89.xml><?xml version="1.0" encoding="utf-8"?>
<ds:datastoreItem xmlns:ds="http://schemas.openxmlformats.org/officeDocument/2006/customXml" ds:itemID="{B5AD07FF-5B03-4D7D-BC62-ECE68A53E37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60de10a-583e-488b-94d8-146e8450a4b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90.xml><?xml version="1.0" encoding="utf-8"?>
<ds:datastoreItem xmlns:ds="http://schemas.openxmlformats.org/officeDocument/2006/customXml" ds:itemID="{1257C435-F4E0-4450-922A-05F5C94532AF}">
  <ds:schemaRefs>
    <ds:schemaRef ds:uri="http://schemas.microsoft.com/VisualStudio/2011/storyboarding/control"/>
  </ds:schemaRefs>
</ds:datastoreItem>
</file>

<file path=customXml/itemProps91.xml><?xml version="1.0" encoding="utf-8"?>
<ds:datastoreItem xmlns:ds="http://schemas.openxmlformats.org/officeDocument/2006/customXml" ds:itemID="{748F760E-A9D0-4E95-9804-9F808BB2146C}">
  <ds:schemaRefs>
    <ds:schemaRef ds:uri="http://schemas.microsoft.com/VisualStudio/2011/storyboarding/control"/>
  </ds:schemaRefs>
</ds:datastoreItem>
</file>

<file path=customXml/itemProps92.xml><?xml version="1.0" encoding="utf-8"?>
<ds:datastoreItem xmlns:ds="http://schemas.openxmlformats.org/officeDocument/2006/customXml" ds:itemID="{EAE8D129-E41B-4057-ADC4-713A04D5E21A}">
  <ds:schemaRefs>
    <ds:schemaRef ds:uri="http://schemas.microsoft.com/VisualStudio/2011/storyboarding/control"/>
  </ds:schemaRefs>
</ds:datastoreItem>
</file>

<file path=customXml/itemProps93.xml><?xml version="1.0" encoding="utf-8"?>
<ds:datastoreItem xmlns:ds="http://schemas.openxmlformats.org/officeDocument/2006/customXml" ds:itemID="{DB7873C3-41CF-4BA3-B303-9DAD452F22CF}">
  <ds:schemaRefs>
    <ds:schemaRef ds:uri="http://schemas.microsoft.com/VisualStudio/2011/storyboarding/control"/>
  </ds:schemaRefs>
</ds:datastoreItem>
</file>

<file path=customXml/itemProps94.xml><?xml version="1.0" encoding="utf-8"?>
<ds:datastoreItem xmlns:ds="http://schemas.openxmlformats.org/officeDocument/2006/customXml" ds:itemID="{9FD82547-F4E0-4D46-BC1B-0C19350A1031}">
  <ds:schemaRefs>
    <ds:schemaRef ds:uri="http://schemas.microsoft.com/VisualStudio/2011/storyboarding/control"/>
  </ds:schemaRefs>
</ds:datastoreItem>
</file>

<file path=customXml/itemProps95.xml><?xml version="1.0" encoding="utf-8"?>
<ds:datastoreItem xmlns:ds="http://schemas.openxmlformats.org/officeDocument/2006/customXml" ds:itemID="{3A656930-2C96-4689-826A-A9CEA4B87E14}">
  <ds:schemaRefs>
    <ds:schemaRef ds:uri="http://schemas.microsoft.com/VisualStudio/2011/storyboarding/control"/>
  </ds:schemaRefs>
</ds:datastoreItem>
</file>

<file path=customXml/itemProps96.xml><?xml version="1.0" encoding="utf-8"?>
<ds:datastoreItem xmlns:ds="http://schemas.openxmlformats.org/officeDocument/2006/customXml" ds:itemID="{C14B3466-016F-44AC-A1A6-28CCF5B9669E}">
  <ds:schemaRefs>
    <ds:schemaRef ds:uri="http://schemas.microsoft.com/VisualStudio/2011/storyboarding/control"/>
  </ds:schemaRefs>
</ds:datastoreItem>
</file>

<file path=customXml/itemProps97.xml><?xml version="1.0" encoding="utf-8"?>
<ds:datastoreItem xmlns:ds="http://schemas.openxmlformats.org/officeDocument/2006/customXml" ds:itemID="{91E81AC5-FAC3-43B7-94F5-7DECF5496345}">
  <ds:schemaRefs>
    <ds:schemaRef ds:uri="http://schemas.microsoft.com/VisualStudio/2011/storyboarding/control"/>
  </ds:schemaRefs>
</ds:datastoreItem>
</file>

<file path=customXml/itemProps98.xml><?xml version="1.0" encoding="utf-8"?>
<ds:datastoreItem xmlns:ds="http://schemas.openxmlformats.org/officeDocument/2006/customXml" ds:itemID="{0969CDC5-2ABC-4308-BDD8-17CF3817D69F}">
  <ds:schemaRefs>
    <ds:schemaRef ds:uri="http://schemas.microsoft.com/VisualStudio/2011/storyboarding/control"/>
  </ds:schemaRefs>
</ds:datastoreItem>
</file>

<file path=customXml/itemProps99.xml><?xml version="1.0" encoding="utf-8"?>
<ds:datastoreItem xmlns:ds="http://schemas.openxmlformats.org/officeDocument/2006/customXml" ds:itemID="{E7002B73-E405-4E63-A53D-14BD45DF0428}">
  <ds:schemaRefs>
    <ds:schemaRef ds:uri="http://schemas.microsoft.com/VisualStudio/2011/storyboarding/control"/>
  </ds:schemaRefs>
</ds:datastoreItem>
</file>

<file path=customXml/itemProps100.xml><?xml version="1.0" encoding="utf-8"?>
<ds:datastoreItem xmlns:ds="http://schemas.openxmlformats.org/officeDocument/2006/customXml" ds:itemID="{07760697-F227-4FDD-BFCC-3659379A578F}">
  <ds:schemaRefs>
    <ds:schemaRef ds:uri="http://schemas.microsoft.com/VisualStudio/2011/storyboarding/control"/>
  </ds:schemaRefs>
</ds:datastoreItem>
</file>

<file path=customXml/itemProps101.xml><?xml version="1.0" encoding="utf-8"?>
<ds:datastoreItem xmlns:ds="http://schemas.openxmlformats.org/officeDocument/2006/customXml" ds:itemID="{93C1C67E-47B0-4092-B036-B7B9DB471997}">
  <ds:schemaRefs>
    <ds:schemaRef ds:uri="http://schemas.microsoft.com/VisualStudio/2011/storyboarding/control"/>
  </ds:schemaRefs>
</ds:datastoreItem>
</file>

<file path=customXml/itemProps102.xml><?xml version="1.0" encoding="utf-8"?>
<ds:datastoreItem xmlns:ds="http://schemas.openxmlformats.org/officeDocument/2006/customXml" ds:itemID="{76E81E98-1D92-4773-9A4D-0E357AE4109A}">
  <ds:schemaRefs>
    <ds:schemaRef ds:uri="http://schemas.microsoft.com/VisualStudio/2011/storyboarding/control"/>
  </ds:schemaRefs>
</ds:datastoreItem>
</file>

<file path=customXml/itemProps103.xml><?xml version="1.0" encoding="utf-8"?>
<ds:datastoreItem xmlns:ds="http://schemas.openxmlformats.org/officeDocument/2006/customXml" ds:itemID="{07132DB4-8A3A-4895-B02F-1215B0C6D4B4}">
  <ds:schemaRefs>
    <ds:schemaRef ds:uri="http://schemas.microsoft.com/VisualStudio/2011/storyboarding/control"/>
  </ds:schemaRefs>
</ds:datastoreItem>
</file>

<file path=customXml/itemProps104.xml><?xml version="1.0" encoding="utf-8"?>
<ds:datastoreItem xmlns:ds="http://schemas.openxmlformats.org/officeDocument/2006/customXml" ds:itemID="{61EB0CEA-03B2-4ED4-95AB-1B75073E75BD}">
  <ds:schemaRefs>
    <ds:schemaRef ds:uri="http://schemas.microsoft.com/VisualStudio/2011/storyboarding/control"/>
  </ds:schemaRefs>
</ds:datastoreItem>
</file>

<file path=customXml/itemProps105.xml><?xml version="1.0" encoding="utf-8"?>
<ds:datastoreItem xmlns:ds="http://schemas.openxmlformats.org/officeDocument/2006/customXml" ds:itemID="{275E5496-A0D7-4EA1-8197-129E8A525F29}">
  <ds:schemaRefs>
    <ds:schemaRef ds:uri="http://schemas.microsoft.com/VisualStudio/2011/storyboarding/control"/>
  </ds:schemaRefs>
</ds:datastoreItem>
</file>

<file path=customXml/itemProps106.xml><?xml version="1.0" encoding="utf-8"?>
<ds:datastoreItem xmlns:ds="http://schemas.openxmlformats.org/officeDocument/2006/customXml" ds:itemID="{2825A42D-95F2-4D71-B769-D90BF5F3FA2E}">
  <ds:schemaRefs>
    <ds:schemaRef ds:uri="http://schemas.microsoft.com/VisualStudio/2011/storyboarding/control"/>
  </ds:schemaRefs>
</ds:datastoreItem>
</file>

<file path=customXml/itemProps107.xml><?xml version="1.0" encoding="utf-8"?>
<ds:datastoreItem xmlns:ds="http://schemas.openxmlformats.org/officeDocument/2006/customXml" ds:itemID="{15DFF543-2E82-453B-80D4-C0CE68AF4DCE}">
  <ds:schemaRefs>
    <ds:schemaRef ds:uri="http://schemas.microsoft.com/VisualStudio/2011/storyboarding/control"/>
  </ds:schemaRefs>
</ds:datastoreItem>
</file>

<file path=customXml/itemProps108.xml><?xml version="1.0" encoding="utf-8"?>
<ds:datastoreItem xmlns:ds="http://schemas.openxmlformats.org/officeDocument/2006/customXml" ds:itemID="{11FDDB21-4116-4BA8-9AE2-F5EC25A9E498}">
  <ds:schemaRefs>
    <ds:schemaRef ds:uri="http://schemas.microsoft.com/VisualStudio/2011/storyboarding/control"/>
  </ds:schemaRefs>
</ds:datastoreItem>
</file>

<file path=customXml/itemProps109.xml><?xml version="1.0" encoding="utf-8"?>
<ds:datastoreItem xmlns:ds="http://schemas.openxmlformats.org/officeDocument/2006/customXml" ds:itemID="{EBFD9DEC-7953-4514-9E03-C6EEF07A1CC7}">
  <ds:schemaRefs>
    <ds:schemaRef ds:uri="http://schemas.microsoft.com/VisualStudio/2011/storyboarding/control"/>
  </ds:schemaRefs>
</ds:datastoreItem>
</file>

<file path=customXml/itemProps110.xml><?xml version="1.0" encoding="utf-8"?>
<ds:datastoreItem xmlns:ds="http://schemas.openxmlformats.org/officeDocument/2006/customXml" ds:itemID="{2EB4C377-D87E-4E68-9077-EC24BBA755DB}">
  <ds:schemaRefs>
    <ds:schemaRef ds:uri="http://schemas.microsoft.com/VisualStudio/2011/storyboarding/control"/>
  </ds:schemaRefs>
</ds:datastoreItem>
</file>

<file path=customXml/itemProps111.xml><?xml version="1.0" encoding="utf-8"?>
<ds:datastoreItem xmlns:ds="http://schemas.openxmlformats.org/officeDocument/2006/customXml" ds:itemID="{C281BAD3-C66D-4034-9923-4DB7054BAA61}">
  <ds:schemaRefs>
    <ds:schemaRef ds:uri="http://schemas.microsoft.com/VisualStudio/2011/storyboarding/control"/>
  </ds:schemaRefs>
</ds:datastoreItem>
</file>

<file path=customXml/itemProps112.xml><?xml version="1.0" encoding="utf-8"?>
<ds:datastoreItem xmlns:ds="http://schemas.openxmlformats.org/officeDocument/2006/customXml" ds:itemID="{2754DD4D-67BF-475E-B09B-F65558B07C3C}">
  <ds:schemaRefs>
    <ds:schemaRef ds:uri="http://schemas.microsoft.com/VisualStudio/2011/storyboarding/control"/>
  </ds:schemaRefs>
</ds:datastoreItem>
</file>

<file path=customXml/itemProps113.xml><?xml version="1.0" encoding="utf-8"?>
<ds:datastoreItem xmlns:ds="http://schemas.openxmlformats.org/officeDocument/2006/customXml" ds:itemID="{93EF7DCE-84CF-42C5-8F98-A36625B0267B}">
  <ds:schemaRefs>
    <ds:schemaRef ds:uri="http://schemas.microsoft.com/VisualStudio/2011/storyboarding/control"/>
  </ds:schemaRefs>
</ds:datastoreItem>
</file>

<file path=customXml/itemProps114.xml><?xml version="1.0" encoding="utf-8"?>
<ds:datastoreItem xmlns:ds="http://schemas.openxmlformats.org/officeDocument/2006/customXml" ds:itemID="{FB3F04A8-A977-4951-957E-3AE2BAAEFDCF}">
  <ds:schemaRefs>
    <ds:schemaRef ds:uri="http://schemas.microsoft.com/VisualStudio/2011/storyboarding/control"/>
  </ds:schemaRefs>
</ds:datastoreItem>
</file>

<file path=customXml/itemProps115.xml><?xml version="1.0" encoding="utf-8"?>
<ds:datastoreItem xmlns:ds="http://schemas.openxmlformats.org/officeDocument/2006/customXml" ds:itemID="{D2E63F6A-A0D7-419A-A4D1-21F4C86853C4}">
  <ds:schemaRefs>
    <ds:schemaRef ds:uri="http://schemas.microsoft.com/VisualStudio/2011/storyboarding/control"/>
  </ds:schemaRefs>
</ds:datastoreItem>
</file>

<file path=customXml/itemProps116.xml><?xml version="1.0" encoding="utf-8"?>
<ds:datastoreItem xmlns:ds="http://schemas.openxmlformats.org/officeDocument/2006/customXml" ds:itemID="{529F08B2-CB39-4A00-A50F-038EE60F2BF7}">
  <ds:schemaRefs>
    <ds:schemaRef ds:uri="http://schemas.microsoft.com/VisualStudio/2011/storyboarding/control"/>
  </ds:schemaRefs>
</ds:datastoreItem>
</file>

<file path=customXml/itemProps117.xml><?xml version="1.0" encoding="utf-8"?>
<ds:datastoreItem xmlns:ds="http://schemas.openxmlformats.org/officeDocument/2006/customXml" ds:itemID="{3845CCC6-EDE4-4BCE-9B38-31AAF36B13F8}">
  <ds:schemaRefs>
    <ds:schemaRef ds:uri="http://schemas.microsoft.com/VisualStudio/2011/storyboarding/control"/>
  </ds:schemaRefs>
</ds:datastoreItem>
</file>

<file path=customXml/itemProps118.xml><?xml version="1.0" encoding="utf-8"?>
<ds:datastoreItem xmlns:ds="http://schemas.openxmlformats.org/officeDocument/2006/customXml" ds:itemID="{7D3677A2-E7F7-4CD2-9B86-289B0619BA36}">
  <ds:schemaRefs>
    <ds:schemaRef ds:uri="http://schemas.microsoft.com/VisualStudio/2011/storyboarding/control"/>
  </ds:schemaRefs>
</ds:datastoreItem>
</file>

<file path=customXml/itemProps119.xml><?xml version="1.0" encoding="utf-8"?>
<ds:datastoreItem xmlns:ds="http://schemas.openxmlformats.org/officeDocument/2006/customXml" ds:itemID="{29A63A3B-21AE-4603-B871-30F38FF763CB}">
  <ds:schemaRefs>
    <ds:schemaRef ds:uri="http://schemas.microsoft.com/VisualStudio/2011/storyboarding/control"/>
  </ds:schemaRefs>
</ds:datastoreItem>
</file>

<file path=customXml/itemProps120.xml><?xml version="1.0" encoding="utf-8"?>
<ds:datastoreItem xmlns:ds="http://schemas.openxmlformats.org/officeDocument/2006/customXml" ds:itemID="{C9776C28-150B-4918-BDAA-B57B7FBD774A}">
  <ds:schemaRefs>
    <ds:schemaRef ds:uri="http://schemas.microsoft.com/VisualStudio/2011/storyboarding/control"/>
  </ds:schemaRefs>
</ds:datastoreItem>
</file>

<file path=customXml/itemProps121.xml><?xml version="1.0" encoding="utf-8"?>
<ds:datastoreItem xmlns:ds="http://schemas.openxmlformats.org/officeDocument/2006/customXml" ds:itemID="{25899596-452D-4615-BD6B-6143A54DAC5E}">
  <ds:schemaRefs>
    <ds:schemaRef ds:uri="http://schemas.microsoft.com/VisualStudio/2011/storyboarding/control"/>
  </ds:schemaRefs>
</ds:datastoreItem>
</file>

<file path=customXml/itemProps122.xml><?xml version="1.0" encoding="utf-8"?>
<ds:datastoreItem xmlns:ds="http://schemas.openxmlformats.org/officeDocument/2006/customXml" ds:itemID="{604BDC5B-B9CF-4121-A87D-0EA01D867FED}">
  <ds:schemaRefs>
    <ds:schemaRef ds:uri="http://schemas.microsoft.com/VisualStudio/2011/storyboarding/control"/>
  </ds:schemaRefs>
</ds:datastoreItem>
</file>

<file path=customXml/itemProps123.xml><?xml version="1.0" encoding="utf-8"?>
<ds:datastoreItem xmlns:ds="http://schemas.openxmlformats.org/officeDocument/2006/customXml" ds:itemID="{A312D2BB-760B-477C-81BC-8F772BB8DA45}">
  <ds:schemaRefs>
    <ds:schemaRef ds:uri="http://schemas.microsoft.com/VisualStudio/2011/storyboarding/control"/>
  </ds:schemaRefs>
</ds:datastoreItem>
</file>

<file path=customXml/itemProps124.xml><?xml version="1.0" encoding="utf-8"?>
<ds:datastoreItem xmlns:ds="http://schemas.openxmlformats.org/officeDocument/2006/customXml" ds:itemID="{077EB336-8A31-4DBF-90AE-18DCE219F49B}">
  <ds:schemaRefs>
    <ds:schemaRef ds:uri="http://schemas.microsoft.com/VisualStudio/2011/storyboarding/control"/>
  </ds:schemaRefs>
</ds:datastoreItem>
</file>

<file path=customXml/itemProps125.xml><?xml version="1.0" encoding="utf-8"?>
<ds:datastoreItem xmlns:ds="http://schemas.openxmlformats.org/officeDocument/2006/customXml" ds:itemID="{0560678E-1523-401F-896C-FBC2CC64ED7B}">
  <ds:schemaRefs>
    <ds:schemaRef ds:uri="http://schemas.microsoft.com/VisualStudio/2011/storyboarding/control"/>
  </ds:schemaRefs>
</ds:datastoreItem>
</file>

<file path=customXml/itemProps126.xml><?xml version="1.0" encoding="utf-8"?>
<ds:datastoreItem xmlns:ds="http://schemas.openxmlformats.org/officeDocument/2006/customXml" ds:itemID="{9F6FF0FA-4E52-4DD1-83FF-21AB2481B599}">
  <ds:schemaRefs>
    <ds:schemaRef ds:uri="http://schemas.microsoft.com/VisualStudio/2011/storyboarding/control"/>
  </ds:schemaRefs>
</ds:datastoreItem>
</file>

<file path=customXml/itemProps127.xml><?xml version="1.0" encoding="utf-8"?>
<ds:datastoreItem xmlns:ds="http://schemas.openxmlformats.org/officeDocument/2006/customXml" ds:itemID="{B2EDC616-B3B4-44CC-AAD6-F2B481FE5441}">
  <ds:schemaRefs>
    <ds:schemaRef ds:uri="http://schemas.microsoft.com/VisualStudio/2011/storyboarding/control"/>
  </ds:schemaRefs>
</ds:datastoreItem>
</file>

<file path=customXml/itemProps128.xml><?xml version="1.0" encoding="utf-8"?>
<ds:datastoreItem xmlns:ds="http://schemas.openxmlformats.org/officeDocument/2006/customXml" ds:itemID="{C2E32F78-8F5E-4D81-AF55-1533BBA124BB}">
  <ds:schemaRefs>
    <ds:schemaRef ds:uri="http://schemas.microsoft.com/VisualStudio/2011/storyboarding/control"/>
  </ds:schemaRefs>
</ds:datastoreItem>
</file>

<file path=customXml/itemProps129.xml><?xml version="1.0" encoding="utf-8"?>
<ds:datastoreItem xmlns:ds="http://schemas.openxmlformats.org/officeDocument/2006/customXml" ds:itemID="{06368A69-10AA-41A7-BA1B-091C5B9EA88B}">
  <ds:schemaRefs>
    <ds:schemaRef ds:uri="http://schemas.microsoft.com/VisualStudio/2011/storyboarding/control"/>
  </ds:schemaRefs>
</ds:datastoreItem>
</file>

<file path=customXml/itemProps130.xml><?xml version="1.0" encoding="utf-8"?>
<ds:datastoreItem xmlns:ds="http://schemas.openxmlformats.org/officeDocument/2006/customXml" ds:itemID="{0377AAA3-218E-4D3B-A46E-FCF34347C856}">
  <ds:schemaRefs>
    <ds:schemaRef ds:uri="http://schemas.microsoft.com/VisualStudio/2011/storyboarding/control"/>
  </ds:schemaRefs>
</ds:datastoreItem>
</file>

<file path=customXml/itemProps131.xml><?xml version="1.0" encoding="utf-8"?>
<ds:datastoreItem xmlns:ds="http://schemas.openxmlformats.org/officeDocument/2006/customXml" ds:itemID="{09C97FFA-990B-47E6-8EF3-8EC47BB99DFA}">
  <ds:schemaRefs>
    <ds:schemaRef ds:uri="http://schemas.microsoft.com/VisualStudio/2011/storyboarding/control"/>
  </ds:schemaRefs>
</ds:datastoreItem>
</file>

<file path=customXml/itemProps132.xml><?xml version="1.0" encoding="utf-8"?>
<ds:datastoreItem xmlns:ds="http://schemas.openxmlformats.org/officeDocument/2006/customXml" ds:itemID="{3F4611F8-4E6C-445F-92C7-36676572BF0A}">
  <ds:schemaRefs>
    <ds:schemaRef ds:uri="http://schemas.microsoft.com/VisualStudio/2011/storyboarding/control"/>
  </ds:schemaRefs>
</ds:datastoreItem>
</file>

<file path=customXml/itemProps133.xml><?xml version="1.0" encoding="utf-8"?>
<ds:datastoreItem xmlns:ds="http://schemas.openxmlformats.org/officeDocument/2006/customXml" ds:itemID="{2CC99A00-E019-4990-92B2-0C3B02E4DD6F}">
  <ds:schemaRefs>
    <ds:schemaRef ds:uri="http://schemas.microsoft.com/VisualStudio/2011/storyboarding/control"/>
  </ds:schemaRefs>
</ds:datastoreItem>
</file>

<file path=customXml/itemProps134.xml><?xml version="1.0" encoding="utf-8"?>
<ds:datastoreItem xmlns:ds="http://schemas.openxmlformats.org/officeDocument/2006/customXml" ds:itemID="{A02D631A-2BAF-4360-A9CF-7D1B1C9D5E4A}">
  <ds:schemaRefs>
    <ds:schemaRef ds:uri="http://schemas.microsoft.com/VisualStudio/2011/storyboarding/control"/>
  </ds:schemaRefs>
</ds:datastoreItem>
</file>

<file path=customXml/itemProps135.xml><?xml version="1.0" encoding="utf-8"?>
<ds:datastoreItem xmlns:ds="http://schemas.openxmlformats.org/officeDocument/2006/customXml" ds:itemID="{24F11AB0-BAA4-4AA2-BF5C-878A4ACB3C0B}">
  <ds:schemaRefs>
    <ds:schemaRef ds:uri="http://schemas.microsoft.com/VisualStudio/2011/storyboarding/control"/>
  </ds:schemaRefs>
</ds:datastoreItem>
</file>

<file path=customXml/itemProps136.xml><?xml version="1.0" encoding="utf-8"?>
<ds:datastoreItem xmlns:ds="http://schemas.openxmlformats.org/officeDocument/2006/customXml" ds:itemID="{B949B08C-BE13-4154-972B-700C36C3F28D}">
  <ds:schemaRefs>
    <ds:schemaRef ds:uri="http://schemas.microsoft.com/VisualStudio/2011/storyboarding/control"/>
  </ds:schemaRefs>
</ds:datastoreItem>
</file>

<file path=customXml/itemProps137.xml><?xml version="1.0" encoding="utf-8"?>
<ds:datastoreItem xmlns:ds="http://schemas.openxmlformats.org/officeDocument/2006/customXml" ds:itemID="{8C1B1142-92FE-4580-9915-BC00D6AEB5D5}">
  <ds:schemaRefs>
    <ds:schemaRef ds:uri="http://schemas.microsoft.com/VisualStudio/2011/storyboarding/control"/>
  </ds:schemaRefs>
</ds:datastoreItem>
</file>

<file path=customXml/itemProps138.xml><?xml version="1.0" encoding="utf-8"?>
<ds:datastoreItem xmlns:ds="http://schemas.openxmlformats.org/officeDocument/2006/customXml" ds:itemID="{EAEE4DCC-13AF-4ED0-82E3-A95A72A45842}">
  <ds:schemaRefs>
    <ds:schemaRef ds:uri="http://schemas.microsoft.com/VisualStudio/2011/storyboarding/control"/>
  </ds:schemaRefs>
</ds:datastoreItem>
</file>

<file path=customXml/itemProps139.xml><?xml version="1.0" encoding="utf-8"?>
<ds:datastoreItem xmlns:ds="http://schemas.openxmlformats.org/officeDocument/2006/customXml" ds:itemID="{AC1CBC77-4919-4894-A5B0-5E066C28CC11}">
  <ds:schemaRefs>
    <ds:schemaRef ds:uri="http://schemas.microsoft.com/VisualStudio/2011/storyboarding/control"/>
  </ds:schemaRefs>
</ds:datastoreItem>
</file>

<file path=customXml/itemProps140.xml><?xml version="1.0" encoding="utf-8"?>
<ds:datastoreItem xmlns:ds="http://schemas.openxmlformats.org/officeDocument/2006/customXml" ds:itemID="{64314C86-D2FD-482A-A3B0-371DA6C9512E}">
  <ds:schemaRefs>
    <ds:schemaRef ds:uri="http://schemas.microsoft.com/VisualStudio/2011/storyboarding/control"/>
  </ds:schemaRefs>
</ds:datastoreItem>
</file>

<file path=customXml/itemProps141.xml><?xml version="1.0" encoding="utf-8"?>
<ds:datastoreItem xmlns:ds="http://schemas.openxmlformats.org/officeDocument/2006/customXml" ds:itemID="{4D05B320-FACA-4A7A-84D1-7EAE276FF922}">
  <ds:schemaRefs>
    <ds:schemaRef ds:uri="http://schemas.microsoft.com/VisualStudio/2011/storyboarding/control"/>
  </ds:schemaRefs>
</ds:datastoreItem>
</file>

<file path=customXml/itemProps142.xml><?xml version="1.0" encoding="utf-8"?>
<ds:datastoreItem xmlns:ds="http://schemas.openxmlformats.org/officeDocument/2006/customXml" ds:itemID="{A6565E68-08DC-435F-A8B8-F9D86367FE5B}">
  <ds:schemaRefs>
    <ds:schemaRef ds:uri="http://schemas.microsoft.com/VisualStudio/2011/storyboarding/control"/>
  </ds:schemaRefs>
</ds:datastoreItem>
</file>

<file path=customXml/itemProps143.xml><?xml version="1.0" encoding="utf-8"?>
<ds:datastoreItem xmlns:ds="http://schemas.openxmlformats.org/officeDocument/2006/customXml" ds:itemID="{CF8AA7C1-82D2-4618-9118-49435AB62165}">
  <ds:schemaRefs>
    <ds:schemaRef ds:uri="http://schemas.microsoft.com/VisualStudio/2011/storyboarding/control"/>
  </ds:schemaRefs>
</ds:datastoreItem>
</file>

<file path=customXml/itemProps144.xml><?xml version="1.0" encoding="utf-8"?>
<ds:datastoreItem xmlns:ds="http://schemas.openxmlformats.org/officeDocument/2006/customXml" ds:itemID="{94F260DC-82CE-4AC0-8ED5-71875ABF8A6E}">
  <ds:schemaRefs>
    <ds:schemaRef ds:uri="http://schemas.microsoft.com/VisualStudio/2011/storyboarding/control"/>
  </ds:schemaRefs>
</ds:datastoreItem>
</file>

<file path=customXml/itemProps145.xml><?xml version="1.0" encoding="utf-8"?>
<ds:datastoreItem xmlns:ds="http://schemas.openxmlformats.org/officeDocument/2006/customXml" ds:itemID="{C218F6DE-D70F-4CB2-89BC-525796FA6731}">
  <ds:schemaRefs>
    <ds:schemaRef ds:uri="http://schemas.microsoft.com/VisualStudio/2011/storyboarding/control"/>
  </ds:schemaRefs>
</ds:datastoreItem>
</file>

<file path=customXml/itemProps146.xml><?xml version="1.0" encoding="utf-8"?>
<ds:datastoreItem xmlns:ds="http://schemas.openxmlformats.org/officeDocument/2006/customXml" ds:itemID="{EDFFDDEB-B579-4EBE-8F2A-59D60A87D7EE}">
  <ds:schemaRefs>
    <ds:schemaRef ds:uri="http://schemas.microsoft.com/VisualStudio/2011/storyboarding/control"/>
  </ds:schemaRefs>
</ds:datastoreItem>
</file>

<file path=customXml/itemProps147.xml><?xml version="1.0" encoding="utf-8"?>
<ds:datastoreItem xmlns:ds="http://schemas.openxmlformats.org/officeDocument/2006/customXml" ds:itemID="{2DAC5D2D-CEDE-45D7-A4D3-9BC335888976}">
  <ds:schemaRefs>
    <ds:schemaRef ds:uri="http://schemas.microsoft.com/VisualStudio/2011/storyboarding/control"/>
  </ds:schemaRefs>
</ds:datastoreItem>
</file>

<file path=customXml/itemProps148.xml><?xml version="1.0" encoding="utf-8"?>
<ds:datastoreItem xmlns:ds="http://schemas.openxmlformats.org/officeDocument/2006/customXml" ds:itemID="{71A60D41-321A-4FFD-847D-A2EE85E69FA4}">
  <ds:schemaRefs>
    <ds:schemaRef ds:uri="http://schemas.microsoft.com/VisualStudio/2011/storyboarding/control"/>
  </ds:schemaRefs>
</ds:datastoreItem>
</file>

<file path=customXml/itemProps149.xml><?xml version="1.0" encoding="utf-8"?>
<ds:datastoreItem xmlns:ds="http://schemas.openxmlformats.org/officeDocument/2006/customXml" ds:itemID="{144E3978-10A4-44AC-B79B-2A1C8EB7987E}">
  <ds:schemaRefs>
    <ds:schemaRef ds:uri="http://schemas.microsoft.com/VisualStudio/2011/storyboarding/control"/>
  </ds:schemaRefs>
</ds:datastoreItem>
</file>

<file path=customXml/itemProps150.xml><?xml version="1.0" encoding="utf-8"?>
<ds:datastoreItem xmlns:ds="http://schemas.openxmlformats.org/officeDocument/2006/customXml" ds:itemID="{74EE74C2-9EC6-4D22-AB03-AD3B78632FE5}">
  <ds:schemaRefs>
    <ds:schemaRef ds:uri="http://schemas.microsoft.com/VisualStudio/2011/storyboarding/control"/>
  </ds:schemaRefs>
</ds:datastoreItem>
</file>

<file path=customXml/itemProps151.xml><?xml version="1.0" encoding="utf-8"?>
<ds:datastoreItem xmlns:ds="http://schemas.openxmlformats.org/officeDocument/2006/customXml" ds:itemID="{E7394F89-DBEA-454D-BAA1-B9BA0D78378A}">
  <ds:schemaRefs>
    <ds:schemaRef ds:uri="http://schemas.microsoft.com/VisualStudio/2011/storyboarding/control"/>
  </ds:schemaRefs>
</ds:datastoreItem>
</file>

<file path=customXml/itemProps152.xml><?xml version="1.0" encoding="utf-8"?>
<ds:datastoreItem xmlns:ds="http://schemas.openxmlformats.org/officeDocument/2006/customXml" ds:itemID="{A079C7C0-6B41-485B-B211-69EB5D8FA91A}">
  <ds:schemaRefs>
    <ds:schemaRef ds:uri="http://schemas.microsoft.com/VisualStudio/2011/storyboarding/control"/>
  </ds:schemaRefs>
</ds:datastoreItem>
</file>

<file path=customXml/itemProps153.xml><?xml version="1.0" encoding="utf-8"?>
<ds:datastoreItem xmlns:ds="http://schemas.openxmlformats.org/officeDocument/2006/customXml" ds:itemID="{445B3B8E-FF04-431E-A069-51E42F690FB8}">
  <ds:schemaRefs>
    <ds:schemaRef ds:uri="http://schemas.microsoft.com/VisualStudio/2011/storyboarding/control"/>
  </ds:schemaRefs>
</ds:datastoreItem>
</file>

<file path=customXml/itemProps154.xml><?xml version="1.0" encoding="utf-8"?>
<ds:datastoreItem xmlns:ds="http://schemas.openxmlformats.org/officeDocument/2006/customXml" ds:itemID="{8E4B847F-D0A8-4DBE-9BE9-205308DCF986}">
  <ds:schemaRefs>
    <ds:schemaRef ds:uri="http://schemas.microsoft.com/VisualStudio/2011/storyboarding/control"/>
  </ds:schemaRefs>
</ds:datastoreItem>
</file>

<file path=customXml/itemProps155.xml><?xml version="1.0" encoding="utf-8"?>
<ds:datastoreItem xmlns:ds="http://schemas.openxmlformats.org/officeDocument/2006/customXml" ds:itemID="{733E4853-74C1-4EE8-9D26-A522937E4EA3}">
  <ds:schemaRefs>
    <ds:schemaRef ds:uri="http://schemas.microsoft.com/VisualStudio/2011/storyboarding/control"/>
  </ds:schemaRefs>
</ds:datastoreItem>
</file>

<file path=customXml/itemProps156.xml><?xml version="1.0" encoding="utf-8"?>
<ds:datastoreItem xmlns:ds="http://schemas.openxmlformats.org/officeDocument/2006/customXml" ds:itemID="{E0145F52-94A6-4980-BEF4-EA436FDEEBC3}">
  <ds:schemaRefs>
    <ds:schemaRef ds:uri="http://schemas.microsoft.com/VisualStudio/2011/storyboarding/control"/>
  </ds:schemaRefs>
</ds:datastoreItem>
</file>

<file path=customXml/itemProps157.xml><?xml version="1.0" encoding="utf-8"?>
<ds:datastoreItem xmlns:ds="http://schemas.openxmlformats.org/officeDocument/2006/customXml" ds:itemID="{1DCACFF7-A548-449E-B62A-9CADDC1B7009}">
  <ds:schemaRefs>
    <ds:schemaRef ds:uri="http://schemas.microsoft.com/VisualStudio/2011/storyboarding/control"/>
  </ds:schemaRefs>
</ds:datastoreItem>
</file>

<file path=customXml/itemProps158.xml><?xml version="1.0" encoding="utf-8"?>
<ds:datastoreItem xmlns:ds="http://schemas.openxmlformats.org/officeDocument/2006/customXml" ds:itemID="{3F2EE17B-8F2F-4F87-AAAF-0BC28AFAD760}">
  <ds:schemaRefs>
    <ds:schemaRef ds:uri="http://schemas.microsoft.com/VisualStudio/2011/storyboarding/control"/>
  </ds:schemaRefs>
</ds:datastoreItem>
</file>

<file path=customXml/itemProps159.xml><?xml version="1.0" encoding="utf-8"?>
<ds:datastoreItem xmlns:ds="http://schemas.openxmlformats.org/officeDocument/2006/customXml" ds:itemID="{43653BF5-950B-491E-95D7-E6F856C149B8}">
  <ds:schemaRefs>
    <ds:schemaRef ds:uri="http://schemas.microsoft.com/VisualStudio/2011/storyboarding/control"/>
  </ds:schemaRefs>
</ds:datastoreItem>
</file>

<file path=customXml/itemProps160.xml><?xml version="1.0" encoding="utf-8"?>
<ds:datastoreItem xmlns:ds="http://schemas.openxmlformats.org/officeDocument/2006/customXml" ds:itemID="{74AC45DA-47C2-4924-B8CB-22838749BB86}">
  <ds:schemaRefs>
    <ds:schemaRef ds:uri="http://schemas.microsoft.com/VisualStudio/2011/storyboarding/control"/>
  </ds:schemaRefs>
</ds:datastoreItem>
</file>

<file path=customXml/itemProps161.xml><?xml version="1.0" encoding="utf-8"?>
<ds:datastoreItem xmlns:ds="http://schemas.openxmlformats.org/officeDocument/2006/customXml" ds:itemID="{E178600A-F46F-4C08-BB09-7C213166C18D}">
  <ds:schemaRefs>
    <ds:schemaRef ds:uri="http://schemas.microsoft.com/VisualStudio/2011/storyboarding/control"/>
  </ds:schemaRefs>
</ds:datastoreItem>
</file>

<file path=customXml/itemProps162.xml><?xml version="1.0" encoding="utf-8"?>
<ds:datastoreItem xmlns:ds="http://schemas.openxmlformats.org/officeDocument/2006/customXml" ds:itemID="{7DE037C0-E73B-42C2-AA53-08EC05F74820}">
  <ds:schemaRefs>
    <ds:schemaRef ds:uri="http://schemas.microsoft.com/VisualStudio/2011/storyboarding/control"/>
  </ds:schemaRefs>
</ds:datastoreItem>
</file>

<file path=customXml/itemProps163.xml><?xml version="1.0" encoding="utf-8"?>
<ds:datastoreItem xmlns:ds="http://schemas.openxmlformats.org/officeDocument/2006/customXml" ds:itemID="{FF57E831-0250-4085-9A6A-8BA739E5FC78}">
  <ds:schemaRefs>
    <ds:schemaRef ds:uri="http://schemas.microsoft.com/VisualStudio/2011/storyboarding/control"/>
  </ds:schemaRefs>
</ds:datastoreItem>
</file>

<file path=customXml/itemProps164.xml><?xml version="1.0" encoding="utf-8"?>
<ds:datastoreItem xmlns:ds="http://schemas.openxmlformats.org/officeDocument/2006/customXml" ds:itemID="{2FB107F6-FD43-49D9-B31E-32ACEC29C7E4}">
  <ds:schemaRefs>
    <ds:schemaRef ds:uri="http://schemas.microsoft.com/VisualStudio/2011/storyboarding/control"/>
  </ds:schemaRefs>
</ds:datastoreItem>
</file>

<file path=customXml/itemProps165.xml><?xml version="1.0" encoding="utf-8"?>
<ds:datastoreItem xmlns:ds="http://schemas.openxmlformats.org/officeDocument/2006/customXml" ds:itemID="{D2EB5D37-F453-4C79-94B6-B8D636039032}">
  <ds:schemaRefs>
    <ds:schemaRef ds:uri="http://schemas.microsoft.com/VisualStudio/2011/storyboarding/control"/>
  </ds:schemaRefs>
</ds:datastoreItem>
</file>

<file path=customXml/itemProps166.xml><?xml version="1.0" encoding="utf-8"?>
<ds:datastoreItem xmlns:ds="http://schemas.openxmlformats.org/officeDocument/2006/customXml" ds:itemID="{AB6352F5-DA09-461F-8BAE-0705C3870C8B}">
  <ds:schemaRefs>
    <ds:schemaRef ds:uri="http://schemas.microsoft.com/VisualStudio/2011/storyboarding/control"/>
  </ds:schemaRefs>
</ds:datastoreItem>
</file>

<file path=customXml/itemProps167.xml><?xml version="1.0" encoding="utf-8"?>
<ds:datastoreItem xmlns:ds="http://schemas.openxmlformats.org/officeDocument/2006/customXml" ds:itemID="{233BC465-3DC1-4904-BCFA-5FB4EC8DC9F5}">
  <ds:schemaRefs>
    <ds:schemaRef ds:uri="http://schemas.microsoft.com/VisualStudio/2011/storyboarding/control"/>
  </ds:schemaRefs>
</ds:datastoreItem>
</file>

<file path=customXml/itemProps168.xml><?xml version="1.0" encoding="utf-8"?>
<ds:datastoreItem xmlns:ds="http://schemas.openxmlformats.org/officeDocument/2006/customXml" ds:itemID="{0079E5E6-7EC0-4C05-9A6C-40708E9789AD}">
  <ds:schemaRefs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microsoft.com/office/2006/metadata/properties"/>
    <ds:schemaRef ds:uri="660de10a-583e-488b-94d8-146e8450a4be"/>
    <ds:schemaRef ds:uri="http://www.w3.org/XML/1998/namespace"/>
    <ds:schemaRef ds:uri="http://purl.org/dc/dcmitype/"/>
  </ds:schemaRefs>
</ds:datastoreItem>
</file>

<file path=customXml/itemProps169.xml><?xml version="1.0" encoding="utf-8"?>
<ds:datastoreItem xmlns:ds="http://schemas.openxmlformats.org/officeDocument/2006/customXml" ds:itemID="{4565F194-BD19-493D-BFDB-0718F145EE58}">
  <ds:schemaRefs>
    <ds:schemaRef ds:uri="http://schemas.microsoft.com/VisualStudio/2011/storyboarding/control"/>
  </ds:schemaRefs>
</ds:datastoreItem>
</file>

<file path=customXml/itemProps170.xml><?xml version="1.0" encoding="utf-8"?>
<ds:datastoreItem xmlns:ds="http://schemas.openxmlformats.org/officeDocument/2006/customXml" ds:itemID="{0F852FF5-BD28-4086-8EB3-0C14A24ADCB1}">
  <ds:schemaRefs>
    <ds:schemaRef ds:uri="http://schemas.microsoft.com/VisualStudio/2011/storyboarding/control"/>
  </ds:schemaRefs>
</ds:datastoreItem>
</file>

<file path=customXml/itemProps171.xml><?xml version="1.0" encoding="utf-8"?>
<ds:datastoreItem xmlns:ds="http://schemas.openxmlformats.org/officeDocument/2006/customXml" ds:itemID="{14B19BB5-111C-463D-99FD-04CBB0080E72}">
  <ds:schemaRefs>
    <ds:schemaRef ds:uri="http://schemas.microsoft.com/VisualStudio/2011/storyboarding/control"/>
  </ds:schemaRefs>
</ds:datastoreItem>
</file>

<file path=customXml/itemProps172.xml><?xml version="1.0" encoding="utf-8"?>
<ds:datastoreItem xmlns:ds="http://schemas.openxmlformats.org/officeDocument/2006/customXml" ds:itemID="{152F58FB-C00A-4334-B09C-E786857E82C3}">
  <ds:schemaRefs>
    <ds:schemaRef ds:uri="http://schemas.microsoft.com/VisualStudio/2011/storyboarding/control"/>
  </ds:schemaRefs>
</ds:datastoreItem>
</file>

<file path=customXml/itemProps173.xml><?xml version="1.0" encoding="utf-8"?>
<ds:datastoreItem xmlns:ds="http://schemas.openxmlformats.org/officeDocument/2006/customXml" ds:itemID="{40F842CC-7974-4C8F-A760-C3487642EDFC}">
  <ds:schemaRefs>
    <ds:schemaRef ds:uri="http://schemas.microsoft.com/VisualStudio/2011/storyboarding/control"/>
  </ds:schemaRefs>
</ds:datastoreItem>
</file>

<file path=customXml/itemProps174.xml><?xml version="1.0" encoding="utf-8"?>
<ds:datastoreItem xmlns:ds="http://schemas.openxmlformats.org/officeDocument/2006/customXml" ds:itemID="{4DD171C6-F547-48A8-B772-949836510481}">
  <ds:schemaRefs>
    <ds:schemaRef ds:uri="http://schemas.microsoft.com/VisualStudio/2011/storyboarding/control"/>
  </ds:schemaRefs>
</ds:datastoreItem>
</file>

<file path=customXml/itemProps175.xml><?xml version="1.0" encoding="utf-8"?>
<ds:datastoreItem xmlns:ds="http://schemas.openxmlformats.org/officeDocument/2006/customXml" ds:itemID="{F8713EF9-A8D7-4B67-80D5-46C046D3F846}">
  <ds:schemaRefs>
    <ds:schemaRef ds:uri="http://schemas.microsoft.com/VisualStudio/2011/storyboarding/control"/>
  </ds:schemaRefs>
</ds:datastoreItem>
</file>

<file path=customXml/itemProps176.xml><?xml version="1.0" encoding="utf-8"?>
<ds:datastoreItem xmlns:ds="http://schemas.openxmlformats.org/officeDocument/2006/customXml" ds:itemID="{136D09D5-D2C7-4013-8125-01074FF435DA}">
  <ds:schemaRefs>
    <ds:schemaRef ds:uri="http://schemas.microsoft.com/VisualStudio/2011/storyboarding/control"/>
  </ds:schemaRefs>
</ds:datastoreItem>
</file>

<file path=customXml/itemProps177.xml><?xml version="1.0" encoding="utf-8"?>
<ds:datastoreItem xmlns:ds="http://schemas.openxmlformats.org/officeDocument/2006/customXml" ds:itemID="{3A9FF368-B69B-4A31-8224-5A112C1E8246}">
  <ds:schemaRefs>
    <ds:schemaRef ds:uri="http://schemas.microsoft.com/VisualStudio/2011/storyboarding/control"/>
  </ds:schemaRefs>
</ds:datastoreItem>
</file>

<file path=customXml/itemProps178.xml><?xml version="1.0" encoding="utf-8"?>
<ds:datastoreItem xmlns:ds="http://schemas.openxmlformats.org/officeDocument/2006/customXml" ds:itemID="{972ED0D4-30A4-4622-8B06-4E6C060A2318}">
  <ds:schemaRefs>
    <ds:schemaRef ds:uri="http://schemas.microsoft.com/VisualStudio/2011/storyboarding/control"/>
  </ds:schemaRefs>
</ds:datastoreItem>
</file>

<file path=customXml/itemProps179.xml><?xml version="1.0" encoding="utf-8"?>
<ds:datastoreItem xmlns:ds="http://schemas.openxmlformats.org/officeDocument/2006/customXml" ds:itemID="{E804A26E-5D57-4F9B-A4F1-191B71BEF875}">
  <ds:schemaRefs>
    <ds:schemaRef ds:uri="http://schemas.microsoft.com/VisualStudio/2011/storyboarding/control"/>
  </ds:schemaRefs>
</ds:datastoreItem>
</file>

<file path=customXml/itemProps180.xml><?xml version="1.0" encoding="utf-8"?>
<ds:datastoreItem xmlns:ds="http://schemas.openxmlformats.org/officeDocument/2006/customXml" ds:itemID="{CCA8F0F4-108D-4B64-977A-821C4A27F731}">
  <ds:schemaRefs>
    <ds:schemaRef ds:uri="http://schemas.microsoft.com/VisualStudio/2011/storyboarding/control"/>
  </ds:schemaRefs>
</ds:datastoreItem>
</file>

<file path=customXml/itemProps181.xml><?xml version="1.0" encoding="utf-8"?>
<ds:datastoreItem xmlns:ds="http://schemas.openxmlformats.org/officeDocument/2006/customXml" ds:itemID="{D87135DA-5276-4FD2-92BB-1A59A28DFF64}">
  <ds:schemaRefs>
    <ds:schemaRef ds:uri="http://schemas.microsoft.com/VisualStudio/2011/storyboarding/control"/>
  </ds:schemaRefs>
</ds:datastoreItem>
</file>

<file path=customXml/itemProps182.xml><?xml version="1.0" encoding="utf-8"?>
<ds:datastoreItem xmlns:ds="http://schemas.openxmlformats.org/officeDocument/2006/customXml" ds:itemID="{151B5B62-2444-4D18-A6E6-96175C065541}">
  <ds:schemaRefs>
    <ds:schemaRef ds:uri="http://schemas.microsoft.com/VisualStudio/2011/storyboarding/control"/>
  </ds:schemaRefs>
</ds:datastoreItem>
</file>

<file path=customXml/itemProps183.xml><?xml version="1.0" encoding="utf-8"?>
<ds:datastoreItem xmlns:ds="http://schemas.openxmlformats.org/officeDocument/2006/customXml" ds:itemID="{AB5B709F-B623-4713-ADEC-FA8B84700587}">
  <ds:schemaRefs>
    <ds:schemaRef ds:uri="http://schemas.microsoft.com/VisualStudio/2011/storyboarding/control"/>
  </ds:schemaRefs>
</ds:datastoreItem>
</file>

<file path=customXml/itemProps184.xml><?xml version="1.0" encoding="utf-8"?>
<ds:datastoreItem xmlns:ds="http://schemas.openxmlformats.org/officeDocument/2006/customXml" ds:itemID="{DC9A8BE7-3685-4176-9217-3776E7E6A889}">
  <ds:schemaRefs>
    <ds:schemaRef ds:uri="http://schemas.microsoft.com/VisualStudio/2011/storyboarding/control"/>
  </ds:schemaRefs>
</ds:datastoreItem>
</file>

<file path=customXml/itemProps185.xml><?xml version="1.0" encoding="utf-8"?>
<ds:datastoreItem xmlns:ds="http://schemas.openxmlformats.org/officeDocument/2006/customXml" ds:itemID="{CECEB968-FB69-4AB0-AC62-777C920AE61C}">
  <ds:schemaRefs>
    <ds:schemaRef ds:uri="http://schemas.microsoft.com/VisualStudio/2011/storyboarding/control"/>
  </ds:schemaRefs>
</ds:datastoreItem>
</file>

<file path=customXml/itemProps186.xml><?xml version="1.0" encoding="utf-8"?>
<ds:datastoreItem xmlns:ds="http://schemas.openxmlformats.org/officeDocument/2006/customXml" ds:itemID="{F1924D25-722F-4FD5-A6BB-CE6B42325A90}">
  <ds:schemaRefs>
    <ds:schemaRef ds:uri="http://schemas.microsoft.com/VisualStudio/2011/storyboarding/control"/>
  </ds:schemaRefs>
</ds:datastoreItem>
</file>

<file path=customXml/itemProps187.xml><?xml version="1.0" encoding="utf-8"?>
<ds:datastoreItem xmlns:ds="http://schemas.openxmlformats.org/officeDocument/2006/customXml" ds:itemID="{C489C4D6-E78E-4440-BA93-27154EA237DC}">
  <ds:schemaRefs>
    <ds:schemaRef ds:uri="http://schemas.microsoft.com/VisualStudio/2011/storyboarding/control"/>
  </ds:schemaRefs>
</ds:datastoreItem>
</file>

<file path=customXml/itemProps188.xml><?xml version="1.0" encoding="utf-8"?>
<ds:datastoreItem xmlns:ds="http://schemas.openxmlformats.org/officeDocument/2006/customXml" ds:itemID="{9BCBE2B0-2D10-459B-BB8C-02985FFE8C61}">
  <ds:schemaRefs>
    <ds:schemaRef ds:uri="http://schemas.microsoft.com/VisualStudio/2011/storyboarding/control"/>
  </ds:schemaRefs>
</ds:datastoreItem>
</file>

<file path=customXml/itemProps189.xml><?xml version="1.0" encoding="utf-8"?>
<ds:datastoreItem xmlns:ds="http://schemas.openxmlformats.org/officeDocument/2006/customXml" ds:itemID="{2762348E-D65E-4A0E-98D4-D0CD95B20193}">
  <ds:schemaRefs>
    <ds:schemaRef ds:uri="http://schemas.microsoft.com/VisualStudio/2011/storyboarding/control"/>
  </ds:schemaRefs>
</ds:datastoreItem>
</file>

<file path=customXml/itemProps190.xml><?xml version="1.0" encoding="utf-8"?>
<ds:datastoreItem xmlns:ds="http://schemas.openxmlformats.org/officeDocument/2006/customXml" ds:itemID="{5EDBA2D9-CCEC-40D5-8768-7AF1ABCA9261}">
  <ds:schemaRefs>
    <ds:schemaRef ds:uri="http://schemas.microsoft.com/VisualStudio/2011/storyboarding/control"/>
  </ds:schemaRefs>
</ds:datastoreItem>
</file>

<file path=customXml/itemProps191.xml><?xml version="1.0" encoding="utf-8"?>
<ds:datastoreItem xmlns:ds="http://schemas.openxmlformats.org/officeDocument/2006/customXml" ds:itemID="{AE861C7F-B026-479A-8A22-4F95C44C8ED8}">
  <ds:schemaRefs>
    <ds:schemaRef ds:uri="http://schemas.microsoft.com/VisualStudio/2011/storyboarding/control"/>
  </ds:schemaRefs>
</ds:datastoreItem>
</file>

<file path=customXml/itemProps192.xml><?xml version="1.0" encoding="utf-8"?>
<ds:datastoreItem xmlns:ds="http://schemas.openxmlformats.org/officeDocument/2006/customXml" ds:itemID="{8F1CC916-58CB-46C1-92C6-A4406AAE5CFD}">
  <ds:schemaRefs>
    <ds:schemaRef ds:uri="http://schemas.microsoft.com/VisualStudio/2011/storyboarding/control"/>
  </ds:schemaRefs>
</ds:datastoreItem>
</file>

<file path=customXml/itemProps193.xml><?xml version="1.0" encoding="utf-8"?>
<ds:datastoreItem xmlns:ds="http://schemas.openxmlformats.org/officeDocument/2006/customXml" ds:itemID="{55013B3B-D458-4D4D-8B16-45F29CBF7AC8}">
  <ds:schemaRefs>
    <ds:schemaRef ds:uri="http://schemas.microsoft.com/VisualStudio/2011/storyboarding/control"/>
  </ds:schemaRefs>
</ds:datastoreItem>
</file>

<file path=customXml/itemProps194.xml><?xml version="1.0" encoding="utf-8"?>
<ds:datastoreItem xmlns:ds="http://schemas.openxmlformats.org/officeDocument/2006/customXml" ds:itemID="{97018607-B2C3-4645-B84A-E61BC61E18D8}">
  <ds:schemaRefs>
    <ds:schemaRef ds:uri="http://schemas.microsoft.com/VisualStudio/2011/storyboarding/control"/>
  </ds:schemaRefs>
</ds:datastoreItem>
</file>

<file path=customXml/itemProps195.xml><?xml version="1.0" encoding="utf-8"?>
<ds:datastoreItem xmlns:ds="http://schemas.openxmlformats.org/officeDocument/2006/customXml" ds:itemID="{AA4FF7CD-4178-4C5A-A722-82499F1E89A4}">
  <ds:schemaRefs>
    <ds:schemaRef ds:uri="http://schemas.microsoft.com/VisualStudio/2011/storyboarding/control"/>
  </ds:schemaRefs>
</ds:datastoreItem>
</file>

<file path=customXml/itemProps196.xml><?xml version="1.0" encoding="utf-8"?>
<ds:datastoreItem xmlns:ds="http://schemas.openxmlformats.org/officeDocument/2006/customXml" ds:itemID="{35095C5C-C2B8-4E19-88AF-51A7020D2995}">
  <ds:schemaRefs>
    <ds:schemaRef ds:uri="http://schemas.microsoft.com/VisualStudio/2011/storyboarding/control"/>
  </ds:schemaRefs>
</ds:datastoreItem>
</file>

<file path=customXml/itemProps197.xml><?xml version="1.0" encoding="utf-8"?>
<ds:datastoreItem xmlns:ds="http://schemas.openxmlformats.org/officeDocument/2006/customXml" ds:itemID="{7DB0DCDA-E188-4D37-B6EA-CB7E5B757131}">
  <ds:schemaRefs>
    <ds:schemaRef ds:uri="http://schemas.microsoft.com/VisualStudio/2011/storyboarding/control"/>
  </ds:schemaRefs>
</ds:datastoreItem>
</file>

<file path=customXml/itemProps198.xml><?xml version="1.0" encoding="utf-8"?>
<ds:datastoreItem xmlns:ds="http://schemas.openxmlformats.org/officeDocument/2006/customXml" ds:itemID="{1A4D648B-70E5-4F16-8943-11EC10385399}">
  <ds:schemaRefs>
    <ds:schemaRef ds:uri="http://schemas.microsoft.com/VisualStudio/2011/storyboarding/control"/>
  </ds:schemaRefs>
</ds:datastoreItem>
</file>

<file path=customXml/itemProps199.xml><?xml version="1.0" encoding="utf-8"?>
<ds:datastoreItem xmlns:ds="http://schemas.openxmlformats.org/officeDocument/2006/customXml" ds:itemID="{1EE8B714-90A9-4CC1-961C-BEE990161D30}">
  <ds:schemaRefs>
    <ds:schemaRef ds:uri="http://schemas.microsoft.com/VisualStudio/2011/storyboarding/control"/>
  </ds:schemaRefs>
</ds:datastoreItem>
</file>

<file path=customXml/itemProps200.xml><?xml version="1.0" encoding="utf-8"?>
<ds:datastoreItem xmlns:ds="http://schemas.openxmlformats.org/officeDocument/2006/customXml" ds:itemID="{352AF4F4-B5E6-421B-B3F3-5248806247FF}">
  <ds:schemaRefs>
    <ds:schemaRef ds:uri="http://schemas.microsoft.com/VisualStudio/2011/storyboarding/control"/>
  </ds:schemaRefs>
</ds:datastoreItem>
</file>

<file path=customXml/itemProps201.xml><?xml version="1.0" encoding="utf-8"?>
<ds:datastoreItem xmlns:ds="http://schemas.openxmlformats.org/officeDocument/2006/customXml" ds:itemID="{D71E7E47-8BC1-45BA-8374-C5F367306AB4}">
  <ds:schemaRefs>
    <ds:schemaRef ds:uri="http://schemas.microsoft.com/VisualStudio/2011/storyboarding/control"/>
  </ds:schemaRefs>
</ds:datastoreItem>
</file>

<file path=customXml/itemProps202.xml><?xml version="1.0" encoding="utf-8"?>
<ds:datastoreItem xmlns:ds="http://schemas.openxmlformats.org/officeDocument/2006/customXml" ds:itemID="{4575B253-FF0B-40F8-94A2-EF00201E0A47}">
  <ds:schemaRefs>
    <ds:schemaRef ds:uri="http://schemas.microsoft.com/VisualStudio/2011/storyboarding/control"/>
  </ds:schemaRefs>
</ds:datastoreItem>
</file>

<file path=customXml/itemProps203.xml><?xml version="1.0" encoding="utf-8"?>
<ds:datastoreItem xmlns:ds="http://schemas.openxmlformats.org/officeDocument/2006/customXml" ds:itemID="{DF581F5B-D21B-40B5-B7B9-1DF8620693C8}">
  <ds:schemaRefs>
    <ds:schemaRef ds:uri="http://schemas.microsoft.com/VisualStudio/2011/storyboarding/control"/>
  </ds:schemaRefs>
</ds:datastoreItem>
</file>

<file path=customXml/itemProps204.xml><?xml version="1.0" encoding="utf-8"?>
<ds:datastoreItem xmlns:ds="http://schemas.openxmlformats.org/officeDocument/2006/customXml" ds:itemID="{19D12EB8-042F-4882-950A-A573A7305919}">
  <ds:schemaRefs>
    <ds:schemaRef ds:uri="http://schemas.microsoft.com/VisualStudio/2011/storyboarding/control"/>
  </ds:schemaRefs>
</ds:datastoreItem>
</file>

<file path=customXml/itemProps205.xml><?xml version="1.0" encoding="utf-8"?>
<ds:datastoreItem xmlns:ds="http://schemas.openxmlformats.org/officeDocument/2006/customXml" ds:itemID="{740A4DC1-8CEE-4377-B8C8-1AC31BA3142A}">
  <ds:schemaRefs>
    <ds:schemaRef ds:uri="http://schemas.microsoft.com/VisualStudio/2011/storyboarding/control"/>
  </ds:schemaRefs>
</ds:datastoreItem>
</file>

<file path=customXml/itemProps206.xml><?xml version="1.0" encoding="utf-8"?>
<ds:datastoreItem xmlns:ds="http://schemas.openxmlformats.org/officeDocument/2006/customXml" ds:itemID="{AEC48C50-97F8-48A3-AA51-BD1D216B79F3}">
  <ds:schemaRefs>
    <ds:schemaRef ds:uri="http://schemas.microsoft.com/VisualStudio/2011/storyboarding/control"/>
  </ds:schemaRefs>
</ds:datastoreItem>
</file>

<file path=customXml/itemProps207.xml><?xml version="1.0" encoding="utf-8"?>
<ds:datastoreItem xmlns:ds="http://schemas.openxmlformats.org/officeDocument/2006/customXml" ds:itemID="{0A2E8A05-FB13-4278-ACF1-AADE9CEEC8ED}">
  <ds:schemaRefs>
    <ds:schemaRef ds:uri="http://schemas.microsoft.com/VisualStudio/2011/storyboarding/control"/>
  </ds:schemaRefs>
</ds:datastoreItem>
</file>

<file path=customXml/itemProps208.xml><?xml version="1.0" encoding="utf-8"?>
<ds:datastoreItem xmlns:ds="http://schemas.openxmlformats.org/officeDocument/2006/customXml" ds:itemID="{64FEF53D-AC58-4F26-B785-0467E14DF5E1}">
  <ds:schemaRefs>
    <ds:schemaRef ds:uri="http://schemas.microsoft.com/VisualStudio/2011/storyboarding/control"/>
  </ds:schemaRefs>
</ds:datastoreItem>
</file>

<file path=customXml/itemProps209.xml><?xml version="1.0" encoding="utf-8"?>
<ds:datastoreItem xmlns:ds="http://schemas.openxmlformats.org/officeDocument/2006/customXml" ds:itemID="{F2F68E93-F1C9-488C-A065-3D444BFE1D08}">
  <ds:schemaRefs>
    <ds:schemaRef ds:uri="http://schemas.microsoft.com/VisualStudio/2011/storyboarding/control"/>
  </ds:schemaRefs>
</ds:datastoreItem>
</file>

<file path=customXml/itemProps210.xml><?xml version="1.0" encoding="utf-8"?>
<ds:datastoreItem xmlns:ds="http://schemas.openxmlformats.org/officeDocument/2006/customXml" ds:itemID="{43672E7B-C66A-44FF-9CC8-2281911D573B}">
  <ds:schemaRefs>
    <ds:schemaRef ds:uri="http://schemas.microsoft.com/VisualStudio/2011/storyboarding/control"/>
  </ds:schemaRefs>
</ds:datastoreItem>
</file>

<file path=customXml/itemProps211.xml><?xml version="1.0" encoding="utf-8"?>
<ds:datastoreItem xmlns:ds="http://schemas.openxmlformats.org/officeDocument/2006/customXml" ds:itemID="{326F0C24-8A04-4D96-B5A2-FCE34A710E24}">
  <ds:schemaRefs>
    <ds:schemaRef ds:uri="http://schemas.microsoft.com/VisualStudio/2011/storyboarding/control"/>
  </ds:schemaRefs>
</ds:datastoreItem>
</file>

<file path=customXml/itemProps212.xml><?xml version="1.0" encoding="utf-8"?>
<ds:datastoreItem xmlns:ds="http://schemas.openxmlformats.org/officeDocument/2006/customXml" ds:itemID="{F3F90659-919D-4DCC-8C13-44F5E74CD8B2}">
  <ds:schemaRefs>
    <ds:schemaRef ds:uri="http://schemas.microsoft.com/VisualStudio/2011/storyboarding/control"/>
  </ds:schemaRefs>
</ds:datastoreItem>
</file>

<file path=customXml/itemProps213.xml><?xml version="1.0" encoding="utf-8"?>
<ds:datastoreItem xmlns:ds="http://schemas.openxmlformats.org/officeDocument/2006/customXml" ds:itemID="{FE716DE3-6CAC-41A9-853E-E2FECE09DE70}">
  <ds:schemaRefs>
    <ds:schemaRef ds:uri="http://schemas.microsoft.com/sharepoint/v3/contenttype/forms"/>
  </ds:schemaRefs>
</ds:datastoreItem>
</file>

<file path=customXml/itemProps214.xml><?xml version="1.0" encoding="utf-8"?>
<ds:datastoreItem xmlns:ds="http://schemas.openxmlformats.org/officeDocument/2006/customXml" ds:itemID="{FDFD8993-AE61-49C5-B1AD-DBE94A4752E2}">
  <ds:schemaRefs>
    <ds:schemaRef ds:uri="http://schemas.microsoft.com/VisualStudio/2011/storyboarding/control"/>
  </ds:schemaRefs>
</ds:datastoreItem>
</file>

<file path=customXml/itemProps215.xml><?xml version="1.0" encoding="utf-8"?>
<ds:datastoreItem xmlns:ds="http://schemas.openxmlformats.org/officeDocument/2006/customXml" ds:itemID="{EC1B9D1E-CB19-4CCF-AF58-7656C5D02CB8}">
  <ds:schemaRefs>
    <ds:schemaRef ds:uri="http://schemas.microsoft.com/VisualStudio/2011/storyboarding/control"/>
  </ds:schemaRefs>
</ds:datastoreItem>
</file>

<file path=customXml/itemProps216.xml><?xml version="1.0" encoding="utf-8"?>
<ds:datastoreItem xmlns:ds="http://schemas.openxmlformats.org/officeDocument/2006/customXml" ds:itemID="{29D12921-9798-4808-8609-D6ECCF3EAE2A}">
  <ds:schemaRefs>
    <ds:schemaRef ds:uri="http://schemas.microsoft.com/VisualStudio/2011/storyboarding/control"/>
  </ds:schemaRefs>
</ds:datastoreItem>
</file>

<file path=customXml/itemProps217.xml><?xml version="1.0" encoding="utf-8"?>
<ds:datastoreItem xmlns:ds="http://schemas.openxmlformats.org/officeDocument/2006/customXml" ds:itemID="{ED898147-1091-4812-93B2-7C47BAEEDFD8}">
  <ds:schemaRefs>
    <ds:schemaRef ds:uri="http://schemas.microsoft.com/VisualStudio/2011/storyboarding/control"/>
  </ds:schemaRefs>
</ds:datastoreItem>
</file>

<file path=customXml/itemProps218.xml><?xml version="1.0" encoding="utf-8"?>
<ds:datastoreItem xmlns:ds="http://schemas.openxmlformats.org/officeDocument/2006/customXml" ds:itemID="{9AF92B33-580C-4EAC-9F51-FC035394484B}">
  <ds:schemaRefs>
    <ds:schemaRef ds:uri="http://schemas.microsoft.com/VisualStudio/2011/storyboarding/control"/>
  </ds:schemaRefs>
</ds:datastoreItem>
</file>

<file path=customXml/itemProps219.xml><?xml version="1.0" encoding="utf-8"?>
<ds:datastoreItem xmlns:ds="http://schemas.openxmlformats.org/officeDocument/2006/customXml" ds:itemID="{3B452A9C-C2D7-4C0F-809E-23E2844492C9}">
  <ds:schemaRefs>
    <ds:schemaRef ds:uri="http://schemas.microsoft.com/VisualStudio/2011/storyboarding/control"/>
  </ds:schemaRefs>
</ds:datastoreItem>
</file>

<file path=customXml/itemProps220.xml><?xml version="1.0" encoding="utf-8"?>
<ds:datastoreItem xmlns:ds="http://schemas.openxmlformats.org/officeDocument/2006/customXml" ds:itemID="{D1E6C7D5-46BF-444B-8E22-53EF5F81B756}">
  <ds:schemaRefs>
    <ds:schemaRef ds:uri="http://schemas.microsoft.com/VisualStudio/2011/storyboarding/control"/>
  </ds:schemaRefs>
</ds:datastoreItem>
</file>

<file path=customXml/itemProps221.xml><?xml version="1.0" encoding="utf-8"?>
<ds:datastoreItem xmlns:ds="http://schemas.openxmlformats.org/officeDocument/2006/customXml" ds:itemID="{2DFD0B61-F401-4BF0-9F2E-374A2DF159BC}">
  <ds:schemaRefs>
    <ds:schemaRef ds:uri="http://schemas.microsoft.com/VisualStudio/2011/storyboarding/control"/>
  </ds:schemaRefs>
</ds:datastoreItem>
</file>

<file path=customXml/itemProps222.xml><?xml version="1.0" encoding="utf-8"?>
<ds:datastoreItem xmlns:ds="http://schemas.openxmlformats.org/officeDocument/2006/customXml" ds:itemID="{679F6B97-269E-4EA0-9C25-98EC8A835DA0}">
  <ds:schemaRefs>
    <ds:schemaRef ds:uri="http://schemas.microsoft.com/VisualStudio/2011/storyboarding/control"/>
  </ds:schemaRefs>
</ds:datastoreItem>
</file>

<file path=customXml/itemProps223.xml><?xml version="1.0" encoding="utf-8"?>
<ds:datastoreItem xmlns:ds="http://schemas.openxmlformats.org/officeDocument/2006/customXml" ds:itemID="{8835F303-9B10-4172-814A-06EDA824D2AD}">
  <ds:schemaRefs>
    <ds:schemaRef ds:uri="http://schemas.microsoft.com/VisualStudio/2011/storyboarding/control"/>
  </ds:schemaRefs>
</ds:datastoreItem>
</file>

<file path=customXml/itemProps224.xml><?xml version="1.0" encoding="utf-8"?>
<ds:datastoreItem xmlns:ds="http://schemas.openxmlformats.org/officeDocument/2006/customXml" ds:itemID="{06FBD44B-E8AC-48D7-96FC-D90E44704B8D}">
  <ds:schemaRefs>
    <ds:schemaRef ds:uri="http://schemas.microsoft.com/VisualStudio/2011/storyboarding/control"/>
  </ds:schemaRefs>
</ds:datastoreItem>
</file>

<file path=customXml/itemProps225.xml><?xml version="1.0" encoding="utf-8"?>
<ds:datastoreItem xmlns:ds="http://schemas.openxmlformats.org/officeDocument/2006/customXml" ds:itemID="{7DAA7254-8BD5-47B8-9EDD-9D28C8B19FDA}">
  <ds:schemaRefs>
    <ds:schemaRef ds:uri="http://schemas.microsoft.com/VisualStudio/2011/storyboarding/control"/>
  </ds:schemaRefs>
</ds:datastoreItem>
</file>

<file path=customXml/itemProps226.xml><?xml version="1.0" encoding="utf-8"?>
<ds:datastoreItem xmlns:ds="http://schemas.openxmlformats.org/officeDocument/2006/customXml" ds:itemID="{5E246681-9632-42E0-BC86-01870859800B}">
  <ds:schemaRefs>
    <ds:schemaRef ds:uri="http://schemas.microsoft.com/VisualStudio/2011/storyboarding/control"/>
  </ds:schemaRefs>
</ds:datastoreItem>
</file>

<file path=customXml/itemProps227.xml><?xml version="1.0" encoding="utf-8"?>
<ds:datastoreItem xmlns:ds="http://schemas.openxmlformats.org/officeDocument/2006/customXml" ds:itemID="{CC22E496-BB3A-4569-933C-8963B201B54A}">
  <ds:schemaRefs>
    <ds:schemaRef ds:uri="http://schemas.microsoft.com/VisualStudio/2011/storyboarding/control"/>
  </ds:schemaRefs>
</ds:datastoreItem>
</file>

<file path=customXml/itemProps228.xml><?xml version="1.0" encoding="utf-8"?>
<ds:datastoreItem xmlns:ds="http://schemas.openxmlformats.org/officeDocument/2006/customXml" ds:itemID="{CFB21A86-B6A6-4CF5-A1BE-0317C69F250B}">
  <ds:schemaRefs>
    <ds:schemaRef ds:uri="http://schemas.microsoft.com/VisualStudio/2011/storyboarding/control"/>
  </ds:schemaRefs>
</ds:datastoreItem>
</file>

<file path=customXml/itemProps229.xml><?xml version="1.0" encoding="utf-8"?>
<ds:datastoreItem xmlns:ds="http://schemas.openxmlformats.org/officeDocument/2006/customXml" ds:itemID="{7B90ED3D-EF45-40FB-9DBC-A0E04E2561BC}">
  <ds:schemaRefs>
    <ds:schemaRef ds:uri="http://schemas.microsoft.com/VisualStudio/2011/storyboarding/control"/>
  </ds:schemaRefs>
</ds:datastoreItem>
</file>

<file path=customXml/itemProps230.xml><?xml version="1.0" encoding="utf-8"?>
<ds:datastoreItem xmlns:ds="http://schemas.openxmlformats.org/officeDocument/2006/customXml" ds:itemID="{82B06DBA-47CE-4DD5-97A9-6FDCEF0B3E17}">
  <ds:schemaRefs>
    <ds:schemaRef ds:uri="http://schemas.microsoft.com/VisualStudio/2011/storyboarding/control"/>
  </ds:schemaRefs>
</ds:datastoreItem>
</file>

<file path=customXml/itemProps231.xml><?xml version="1.0" encoding="utf-8"?>
<ds:datastoreItem xmlns:ds="http://schemas.openxmlformats.org/officeDocument/2006/customXml" ds:itemID="{1B14947A-756E-418B-A776-796FED5D7E11}">
  <ds:schemaRefs>
    <ds:schemaRef ds:uri="http://schemas.microsoft.com/VisualStudio/2011/storyboarding/control"/>
  </ds:schemaRefs>
</ds:datastoreItem>
</file>

<file path=customXml/itemProps232.xml><?xml version="1.0" encoding="utf-8"?>
<ds:datastoreItem xmlns:ds="http://schemas.openxmlformats.org/officeDocument/2006/customXml" ds:itemID="{7A2456BA-FF98-4DAA-B245-ED3DF9E8CCCB}">
  <ds:schemaRefs>
    <ds:schemaRef ds:uri="http://schemas.microsoft.com/VisualStudio/2011/storyboarding/control"/>
  </ds:schemaRefs>
</ds:datastoreItem>
</file>

<file path=customXml/itemProps233.xml><?xml version="1.0" encoding="utf-8"?>
<ds:datastoreItem xmlns:ds="http://schemas.openxmlformats.org/officeDocument/2006/customXml" ds:itemID="{E278AF04-2F85-486C-9C7D-CEDBA940816E}">
  <ds:schemaRefs>
    <ds:schemaRef ds:uri="http://schemas.microsoft.com/VisualStudio/2011/storyboarding/control"/>
  </ds:schemaRefs>
</ds:datastoreItem>
</file>

<file path=customXml/itemProps234.xml><?xml version="1.0" encoding="utf-8"?>
<ds:datastoreItem xmlns:ds="http://schemas.openxmlformats.org/officeDocument/2006/customXml" ds:itemID="{439657DA-EA4E-47E8-AD20-E4E604453EEF}">
  <ds:schemaRefs>
    <ds:schemaRef ds:uri="http://schemas.microsoft.com/VisualStudio/2011/storyboarding/control"/>
  </ds:schemaRefs>
</ds:datastoreItem>
</file>

<file path=customXml/itemProps235.xml><?xml version="1.0" encoding="utf-8"?>
<ds:datastoreItem xmlns:ds="http://schemas.openxmlformats.org/officeDocument/2006/customXml" ds:itemID="{4579830B-D545-448D-8A74-0C229D6A7B55}">
  <ds:schemaRefs>
    <ds:schemaRef ds:uri="http://schemas.microsoft.com/VisualStudio/2011/storyboarding/control"/>
  </ds:schemaRefs>
</ds:datastoreItem>
</file>

<file path=customXml/itemProps236.xml><?xml version="1.0" encoding="utf-8"?>
<ds:datastoreItem xmlns:ds="http://schemas.openxmlformats.org/officeDocument/2006/customXml" ds:itemID="{295D3628-C7C2-4341-895B-8A0AA80CCAAD}">
  <ds:schemaRefs>
    <ds:schemaRef ds:uri="http://schemas.microsoft.com/VisualStudio/2011/storyboarding/control"/>
  </ds:schemaRefs>
</ds:datastoreItem>
</file>

<file path=customXml/itemProps237.xml><?xml version="1.0" encoding="utf-8"?>
<ds:datastoreItem xmlns:ds="http://schemas.openxmlformats.org/officeDocument/2006/customXml" ds:itemID="{E91AAF40-7BC9-44BD-AC0D-8ED329AE05ED}">
  <ds:schemaRefs>
    <ds:schemaRef ds:uri="http://schemas.microsoft.com/VisualStudio/2011/storyboarding/control"/>
  </ds:schemaRefs>
</ds:datastoreItem>
</file>

<file path=customXml/itemProps238.xml><?xml version="1.0" encoding="utf-8"?>
<ds:datastoreItem xmlns:ds="http://schemas.openxmlformats.org/officeDocument/2006/customXml" ds:itemID="{BCA6AB19-643C-4F4D-BB36-627A59F18220}">
  <ds:schemaRefs>
    <ds:schemaRef ds:uri="http://schemas.microsoft.com/VisualStudio/2011/storyboarding/control"/>
  </ds:schemaRefs>
</ds:datastoreItem>
</file>

<file path=customXml/itemProps239.xml><?xml version="1.0" encoding="utf-8"?>
<ds:datastoreItem xmlns:ds="http://schemas.openxmlformats.org/officeDocument/2006/customXml" ds:itemID="{3845699F-16FE-455B-963F-542BFE107E9E}">
  <ds:schemaRefs>
    <ds:schemaRef ds:uri="http://schemas.microsoft.com/VisualStudio/2011/storyboarding/control"/>
  </ds:schemaRefs>
</ds:datastoreItem>
</file>

<file path=customXml/itemProps240.xml><?xml version="1.0" encoding="utf-8"?>
<ds:datastoreItem xmlns:ds="http://schemas.openxmlformats.org/officeDocument/2006/customXml" ds:itemID="{D7FADDC3-8927-40D9-9378-9F8DA30CD2CB}">
  <ds:schemaRefs>
    <ds:schemaRef ds:uri="http://schemas.microsoft.com/VisualStudio/2011/storyboarding/control"/>
  </ds:schemaRefs>
</ds:datastoreItem>
</file>

<file path=customXml/itemProps241.xml><?xml version="1.0" encoding="utf-8"?>
<ds:datastoreItem xmlns:ds="http://schemas.openxmlformats.org/officeDocument/2006/customXml" ds:itemID="{F61E299E-DEA8-4090-A91C-C866B03F2188}">
  <ds:schemaRefs>
    <ds:schemaRef ds:uri="http://schemas.microsoft.com/VisualStudio/2011/storyboarding/control"/>
  </ds:schemaRefs>
</ds:datastoreItem>
</file>

<file path=customXml/itemProps242.xml><?xml version="1.0" encoding="utf-8"?>
<ds:datastoreItem xmlns:ds="http://schemas.openxmlformats.org/officeDocument/2006/customXml" ds:itemID="{F6FF0619-ED85-429B-9B4F-B4DF088489EE}">
  <ds:schemaRefs>
    <ds:schemaRef ds:uri="http://schemas.microsoft.com/VisualStudio/2011/storyboarding/control"/>
  </ds:schemaRefs>
</ds:datastoreItem>
</file>

<file path=customXml/itemProps243.xml><?xml version="1.0" encoding="utf-8"?>
<ds:datastoreItem xmlns:ds="http://schemas.openxmlformats.org/officeDocument/2006/customXml" ds:itemID="{EB76AD08-F07F-4B3E-894F-763EBB559E07}">
  <ds:schemaRefs>
    <ds:schemaRef ds:uri="http://schemas.microsoft.com/VisualStudio/2011/storyboarding/control"/>
  </ds:schemaRefs>
</ds:datastoreItem>
</file>

<file path=customXml/itemProps244.xml><?xml version="1.0" encoding="utf-8"?>
<ds:datastoreItem xmlns:ds="http://schemas.openxmlformats.org/officeDocument/2006/customXml" ds:itemID="{1D8BCADB-D134-4B5F-A3F1-DE9737F3B8D8}">
  <ds:schemaRefs>
    <ds:schemaRef ds:uri="http://schemas.microsoft.com/VisualStudio/2011/storyboarding/control"/>
  </ds:schemaRefs>
</ds:datastoreItem>
</file>

<file path=customXml/itemProps245.xml><?xml version="1.0" encoding="utf-8"?>
<ds:datastoreItem xmlns:ds="http://schemas.openxmlformats.org/officeDocument/2006/customXml" ds:itemID="{F3B81A52-9BA2-44FC-AE05-54ED8E20DFA0}">
  <ds:schemaRefs>
    <ds:schemaRef ds:uri="http://schemas.microsoft.com/VisualStudio/2011/storyboarding/control"/>
  </ds:schemaRefs>
</ds:datastoreItem>
</file>

<file path=customXml/itemProps246.xml><?xml version="1.0" encoding="utf-8"?>
<ds:datastoreItem xmlns:ds="http://schemas.openxmlformats.org/officeDocument/2006/customXml" ds:itemID="{1928B40E-8345-419B-941B-FD28470AE0CA}">
  <ds:schemaRefs>
    <ds:schemaRef ds:uri="http://schemas.microsoft.com/VisualStudio/2011/storyboarding/control"/>
  </ds:schemaRefs>
</ds:datastoreItem>
</file>

<file path=customXml/itemProps247.xml><?xml version="1.0" encoding="utf-8"?>
<ds:datastoreItem xmlns:ds="http://schemas.openxmlformats.org/officeDocument/2006/customXml" ds:itemID="{8E7DCAE0-1AE8-4CF8-BC14-0947663AC2B1}">
  <ds:schemaRefs>
    <ds:schemaRef ds:uri="http://schemas.microsoft.com/VisualStudio/2011/storyboarding/control"/>
  </ds:schemaRefs>
</ds:datastoreItem>
</file>

<file path=customXml/itemProps248.xml><?xml version="1.0" encoding="utf-8"?>
<ds:datastoreItem xmlns:ds="http://schemas.openxmlformats.org/officeDocument/2006/customXml" ds:itemID="{DE488899-3453-7C44-B1E9-7A84BC895CCD}">
  <ds:schemaRefs>
    <ds:schemaRef ds:uri="http://schemas.microsoft.com/VisualStudio/2011/storyboarding/control"/>
  </ds:schemaRefs>
</ds:datastoreItem>
</file>

<file path=customXml/itemProps249.xml><?xml version="1.0" encoding="utf-8"?>
<ds:datastoreItem xmlns:ds="http://schemas.openxmlformats.org/officeDocument/2006/customXml" ds:itemID="{01B229B7-F234-3E4D-844E-02AB5ABAF1B0}">
  <ds:schemaRefs>
    <ds:schemaRef ds:uri="http://schemas.microsoft.com/VisualStudio/2011/storyboarding/control"/>
  </ds:schemaRefs>
</ds:datastoreItem>
</file>

<file path=customXml/itemProps250.xml><?xml version="1.0" encoding="utf-8"?>
<ds:datastoreItem xmlns:ds="http://schemas.openxmlformats.org/officeDocument/2006/customXml" ds:itemID="{EA323349-710B-E743-96D0-D0B8DE2520DD}">
  <ds:schemaRefs>
    <ds:schemaRef ds:uri="http://schemas.microsoft.com/VisualStudio/2011/storyboarding/control"/>
  </ds:schemaRefs>
</ds:datastoreItem>
</file>

<file path=customXml/itemProps251.xml><?xml version="1.0" encoding="utf-8"?>
<ds:datastoreItem xmlns:ds="http://schemas.openxmlformats.org/officeDocument/2006/customXml" ds:itemID="{725B1153-F7DD-AD45-84FA-9D9AB3A823A2}">
  <ds:schemaRefs>
    <ds:schemaRef ds:uri="http://schemas.microsoft.com/VisualStudio/2011/storyboarding/control"/>
  </ds:schemaRefs>
</ds:datastoreItem>
</file>

<file path=customXml/itemProps252.xml><?xml version="1.0" encoding="utf-8"?>
<ds:datastoreItem xmlns:ds="http://schemas.openxmlformats.org/officeDocument/2006/customXml" ds:itemID="{1935D4BD-67B8-FC4F-A41C-1EA60DA9EC10}">
  <ds:schemaRefs>
    <ds:schemaRef ds:uri="http://schemas.microsoft.com/VisualStudio/2011/storyboarding/control"/>
  </ds:schemaRefs>
</ds:datastoreItem>
</file>

<file path=customXml/itemProps253.xml><?xml version="1.0" encoding="utf-8"?>
<ds:datastoreItem xmlns:ds="http://schemas.openxmlformats.org/officeDocument/2006/customXml" ds:itemID="{39BE0523-AA2D-C24E-AF4E-0B455827CEB9}">
  <ds:schemaRefs>
    <ds:schemaRef ds:uri="http://schemas.microsoft.com/VisualStudio/2011/storyboarding/control"/>
  </ds:schemaRefs>
</ds:datastoreItem>
</file>

<file path=customXml/itemProps254.xml><?xml version="1.0" encoding="utf-8"?>
<ds:datastoreItem xmlns:ds="http://schemas.openxmlformats.org/officeDocument/2006/customXml" ds:itemID="{E4289777-94FE-E147-BF31-A4873F691E5F}">
  <ds:schemaRefs>
    <ds:schemaRef ds:uri="http://schemas.microsoft.com/VisualStudio/2011/storyboarding/control"/>
  </ds:schemaRefs>
</ds:datastoreItem>
</file>

<file path=customXml/itemProps255.xml><?xml version="1.0" encoding="utf-8"?>
<ds:datastoreItem xmlns:ds="http://schemas.openxmlformats.org/officeDocument/2006/customXml" ds:itemID="{A21D9036-CE57-3340-BC5E-E4D6DD1DC2A6}">
  <ds:schemaRefs>
    <ds:schemaRef ds:uri="http://schemas.microsoft.com/VisualStudio/2011/storyboarding/control"/>
  </ds:schemaRefs>
</ds:datastoreItem>
</file>

<file path=customXml/itemProps256.xml><?xml version="1.0" encoding="utf-8"?>
<ds:datastoreItem xmlns:ds="http://schemas.openxmlformats.org/officeDocument/2006/customXml" ds:itemID="{98F569CB-B28E-9444-A7E1-2FFF9CAE12A7}">
  <ds:schemaRefs>
    <ds:schemaRef ds:uri="http://schemas.microsoft.com/VisualStudio/2011/storyboarding/control"/>
  </ds:schemaRefs>
</ds:datastoreItem>
</file>

<file path=customXml/itemProps257.xml><?xml version="1.0" encoding="utf-8"?>
<ds:datastoreItem xmlns:ds="http://schemas.openxmlformats.org/officeDocument/2006/customXml" ds:itemID="{0BC154C3-59BB-7F44-B2FE-9C2E3EE22CE0}">
  <ds:schemaRefs>
    <ds:schemaRef ds:uri="http://schemas.microsoft.com/VisualStudio/2011/storyboarding/control"/>
  </ds:schemaRefs>
</ds:datastoreItem>
</file>

<file path=customXml/itemProps258.xml><?xml version="1.0" encoding="utf-8"?>
<ds:datastoreItem xmlns:ds="http://schemas.openxmlformats.org/officeDocument/2006/customXml" ds:itemID="{34F81DBD-3431-994C-AC19-702A0E1BDAD9}">
  <ds:schemaRefs>
    <ds:schemaRef ds:uri="http://schemas.microsoft.com/VisualStudio/2011/storyboarding/control"/>
  </ds:schemaRefs>
</ds:datastoreItem>
</file>

<file path=customXml/itemProps259.xml><?xml version="1.0" encoding="utf-8"?>
<ds:datastoreItem xmlns:ds="http://schemas.openxmlformats.org/officeDocument/2006/customXml" ds:itemID="{943A7CB4-8560-EE41-8535-7F772EFEC827}">
  <ds:schemaRefs>
    <ds:schemaRef ds:uri="http://schemas.microsoft.com/VisualStudio/2011/storyboarding/control"/>
  </ds:schemaRefs>
</ds:datastoreItem>
</file>

<file path=customXml/itemProps260.xml><?xml version="1.0" encoding="utf-8"?>
<ds:datastoreItem xmlns:ds="http://schemas.openxmlformats.org/officeDocument/2006/customXml" ds:itemID="{1D36303E-8219-8840-8A09-62555DCF835E}">
  <ds:schemaRefs>
    <ds:schemaRef ds:uri="http://schemas.microsoft.com/VisualStudio/2011/storyboarding/control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11535</TotalTime>
  <Words>1575</Words>
  <Application>Microsoft Macintosh PowerPoint</Application>
  <PresentationFormat>Widescreen</PresentationFormat>
  <Paragraphs>426</Paragraphs>
  <Slides>34</Slides>
  <Notes>5</Notes>
  <HiddenSlides>6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8" baseType="lpstr">
      <vt:lpstr>Arial</vt:lpstr>
      <vt:lpstr>Calibri</vt:lpstr>
      <vt:lpstr>Calibri Light</vt:lpstr>
      <vt:lpstr>Office Theme</vt:lpstr>
      <vt:lpstr>DPL Software Design</vt:lpstr>
      <vt:lpstr>How we design software</vt:lpstr>
      <vt:lpstr>Consistent software design methodology</vt:lpstr>
      <vt:lpstr>Review of our design conventions</vt:lpstr>
      <vt:lpstr>Other considerations</vt:lpstr>
      <vt:lpstr>Impacts of unit testing on design quality</vt:lpstr>
      <vt:lpstr>Buyer User Stories</vt:lpstr>
      <vt:lpstr>Seller User Stories</vt:lpstr>
      <vt:lpstr>Provider Stories</vt:lpstr>
      <vt:lpstr>Buyer User Stories (Future)</vt:lpstr>
      <vt:lpstr>Seller User Stories (Future)</vt:lpstr>
      <vt:lpstr>Provider Stories (Future)</vt:lpstr>
      <vt:lpstr>Areas of Volatility</vt:lpstr>
      <vt:lpstr>Areas of Volatility in the Database</vt:lpstr>
      <vt:lpstr>1. Defining unique activities</vt:lpstr>
      <vt:lpstr>2. Mapping activities to call chains</vt:lpstr>
      <vt:lpstr>Edit/view a catalog</vt:lpstr>
      <vt:lpstr>Edit/view shopping cart – As Designed</vt:lpstr>
      <vt:lpstr>Edit/view shopping cart – As implemented</vt:lpstr>
      <vt:lpstr>Edit/view shopping cart – Tax Rule Accessor</vt:lpstr>
      <vt:lpstr>View shipping options</vt:lpstr>
      <vt:lpstr>Submit an order</vt:lpstr>
      <vt:lpstr>Send an order notification</vt:lpstr>
      <vt:lpstr>View an order</vt:lpstr>
      <vt:lpstr>Fulfill an order</vt:lpstr>
      <vt:lpstr>Process a return</vt:lpstr>
      <vt:lpstr>View sales data</vt:lpstr>
      <vt:lpstr>View sales tax data</vt:lpstr>
      <vt:lpstr>Process a remittance</vt:lpstr>
      <vt:lpstr>3. Static Diagram</vt:lpstr>
      <vt:lpstr>4. Assembly Allocation</vt:lpstr>
      <vt:lpstr>5. Process Allocation</vt:lpstr>
      <vt:lpstr>Next steps…</vt:lpstr>
      <vt:lpstr>Translating the design to the solution…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Elements of Funability</dc:title>
  <dc:creator>Doug Durham</dc:creator>
  <cp:lastModifiedBy>Chad Michel</cp:lastModifiedBy>
  <cp:revision>221</cp:revision>
  <cp:lastPrinted>2016-07-27T15:54:53Z</cp:lastPrinted>
  <dcterms:created xsi:type="dcterms:W3CDTF">2016-05-01T12:50:26Z</dcterms:created>
  <dcterms:modified xsi:type="dcterms:W3CDTF">2021-06-29T13:19:49Z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0x010100F803B72E3447A349A65C6C0D016EA6C6</vt:lpwstr>
  </property>
  <property fmtid="{D5CDD505-2E9C-101B-9397-08002B2CF9AE}" pid="3" name="Tfs.IsStoryboard">
    <vt:bool>true</vt:bool>
  </property>
</Properties>
</file>